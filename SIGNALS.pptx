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79CC"/>
    <a:srgbClr val="6187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CF2FAB-C0EB-491D-839F-4CD756CABB80}" v="1" dt="2024-11-05T07:52:01.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549" autoAdjust="0"/>
  </p:normalViewPr>
  <p:slideViewPr>
    <p:cSldViewPr snapToGrid="0">
      <p:cViewPr varScale="1">
        <p:scale>
          <a:sx n="76" d="100"/>
          <a:sy n="76" d="100"/>
        </p:scale>
        <p:origin x="94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jja Divya" userId="c65a3ab2a75613f1" providerId="LiveId" clId="{B233C714-1F4B-4A59-B950-981E68135FAD}"/>
    <pc:docChg chg="undo custSel addSld delSld modSld">
      <pc:chgData name="Bojja Divya" userId="c65a3ab2a75613f1" providerId="LiveId" clId="{B233C714-1F4B-4A59-B950-981E68135FAD}" dt="2024-09-14T13:52:11.035" v="1668" actId="20577"/>
      <pc:docMkLst>
        <pc:docMk/>
      </pc:docMkLst>
      <pc:sldChg chg="addSp delSp modSp mod setBg">
        <pc:chgData name="Bojja Divya" userId="c65a3ab2a75613f1" providerId="LiveId" clId="{B233C714-1F4B-4A59-B950-981E68135FAD}" dt="2024-09-14T13:52:11.035" v="1668" actId="20577"/>
        <pc:sldMkLst>
          <pc:docMk/>
          <pc:sldMk cId="3063842691" sldId="256"/>
        </pc:sldMkLst>
        <pc:spChg chg="mod ord">
          <ac:chgData name="Bojja Divya" userId="c65a3ab2a75613f1" providerId="LiveId" clId="{B233C714-1F4B-4A59-B950-981E68135FAD}" dt="2024-09-14T09:20:56.620" v="309" actId="26606"/>
          <ac:spMkLst>
            <pc:docMk/>
            <pc:sldMk cId="3063842691" sldId="256"/>
            <ac:spMk id="2" creationId="{620C3126-E7E7-CA43-C4DE-8A0B84595ED7}"/>
          </ac:spMkLst>
        </pc:spChg>
        <pc:spChg chg="mod">
          <ac:chgData name="Bojja Divya" userId="c65a3ab2a75613f1" providerId="LiveId" clId="{B233C714-1F4B-4A59-B950-981E68135FAD}" dt="2024-09-14T13:52:11.035" v="1668" actId="20577"/>
          <ac:spMkLst>
            <pc:docMk/>
            <pc:sldMk cId="3063842691" sldId="256"/>
            <ac:spMk id="3" creationId="{2D15F16F-037A-1910-F54E-1B9032BF1EA5}"/>
          </ac:spMkLst>
        </pc:spChg>
        <pc:spChg chg="add mod">
          <ac:chgData name="Bojja Divya" userId="c65a3ab2a75613f1" providerId="LiveId" clId="{B233C714-1F4B-4A59-B950-981E68135FAD}" dt="2024-09-14T12:06:57.553" v="1632" actId="1076"/>
          <ac:spMkLst>
            <pc:docMk/>
            <pc:sldMk cId="3063842691" sldId="256"/>
            <ac:spMk id="12" creationId="{828370A9-7CC7-7CDA-2AA1-8CA916729ADC}"/>
          </ac:spMkLst>
        </pc:spChg>
        <pc:spChg chg="add mod">
          <ac:chgData name="Bojja Divya" userId="c65a3ab2a75613f1" providerId="LiveId" clId="{B233C714-1F4B-4A59-B950-981E68135FAD}" dt="2024-09-14T09:35:09.006" v="446" actId="207"/>
          <ac:spMkLst>
            <pc:docMk/>
            <pc:sldMk cId="3063842691" sldId="256"/>
            <ac:spMk id="13" creationId="{EA3E3CE3-6FEB-5691-092B-3663C1F01F08}"/>
          </ac:spMkLst>
        </pc:spChg>
        <pc:spChg chg="add del">
          <ac:chgData name="Bojja Divya" userId="c65a3ab2a75613f1" providerId="LiveId" clId="{B233C714-1F4B-4A59-B950-981E68135FAD}" dt="2024-09-14T10:05:56.389" v="607" actId="11529"/>
          <ac:spMkLst>
            <pc:docMk/>
            <pc:sldMk cId="3063842691" sldId="256"/>
            <ac:spMk id="15" creationId="{6EEAAD4A-6CA9-ABDE-6C7F-A0A63980EDB1}"/>
          </ac:spMkLst>
        </pc:spChg>
        <pc:spChg chg="add del">
          <ac:chgData name="Bojja Divya" userId="c65a3ab2a75613f1" providerId="LiveId" clId="{B233C714-1F4B-4A59-B950-981E68135FAD}" dt="2024-09-14T09:19:57.853" v="293" actId="26606"/>
          <ac:spMkLst>
            <pc:docMk/>
            <pc:sldMk cId="3063842691" sldId="256"/>
            <ac:spMk id="18" creationId="{B2F5BF58-42DA-4604-AB7C-CFDDDB7D9541}"/>
          </ac:spMkLst>
        </pc:spChg>
        <pc:spChg chg="add del">
          <ac:chgData name="Bojja Divya" userId="c65a3ab2a75613f1" providerId="LiveId" clId="{B233C714-1F4B-4A59-B950-981E68135FAD}" dt="2024-09-14T09:19:59.992" v="295" actId="26606"/>
          <ac:spMkLst>
            <pc:docMk/>
            <pc:sldMk cId="3063842691" sldId="256"/>
            <ac:spMk id="22" creationId="{1CE2A0D4-E8E2-468E-87E5-88D61B24A915}"/>
          </ac:spMkLst>
        </pc:spChg>
        <pc:spChg chg="add del">
          <ac:chgData name="Bojja Divya" userId="c65a3ab2a75613f1" providerId="LiveId" clId="{B233C714-1F4B-4A59-B950-981E68135FAD}" dt="2024-09-14T09:19:59.992" v="295" actId="26606"/>
          <ac:spMkLst>
            <pc:docMk/>
            <pc:sldMk cId="3063842691" sldId="256"/>
            <ac:spMk id="24" creationId="{A8530258-30B8-4334-9A8E-FD7AD2323F00}"/>
          </ac:spMkLst>
        </pc:spChg>
        <pc:spChg chg="add del">
          <ac:chgData name="Bojja Divya" userId="c65a3ab2a75613f1" providerId="LiveId" clId="{B233C714-1F4B-4A59-B950-981E68135FAD}" dt="2024-09-14T09:19:59.992" v="295" actId="26606"/>
          <ac:spMkLst>
            <pc:docMk/>
            <pc:sldMk cId="3063842691" sldId="256"/>
            <ac:spMk id="26" creationId="{72B9C142-459A-45F1-9E87-0DE4F76DC35E}"/>
          </ac:spMkLst>
        </pc:spChg>
        <pc:spChg chg="add del">
          <ac:chgData name="Bojja Divya" userId="c65a3ab2a75613f1" providerId="LiveId" clId="{B233C714-1F4B-4A59-B950-981E68135FAD}" dt="2024-09-14T09:19:59.992" v="295" actId="26606"/>
          <ac:spMkLst>
            <pc:docMk/>
            <pc:sldMk cId="3063842691" sldId="256"/>
            <ac:spMk id="30" creationId="{E72C6208-222C-4F12-A931-F9679C4AD94B}"/>
          </ac:spMkLst>
        </pc:spChg>
        <pc:spChg chg="add del">
          <ac:chgData name="Bojja Divya" userId="c65a3ab2a75613f1" providerId="LiveId" clId="{B233C714-1F4B-4A59-B950-981E68135FAD}" dt="2024-09-14T09:19:59.992" v="295" actId="26606"/>
          <ac:spMkLst>
            <pc:docMk/>
            <pc:sldMk cId="3063842691" sldId="256"/>
            <ac:spMk id="32" creationId="{6AECF4AC-7938-4D2D-B9B9-96F4759E3E14}"/>
          </ac:spMkLst>
        </pc:spChg>
        <pc:spChg chg="add del">
          <ac:chgData name="Bojja Divya" userId="c65a3ab2a75613f1" providerId="LiveId" clId="{B233C714-1F4B-4A59-B950-981E68135FAD}" dt="2024-09-14T09:20:04.323" v="297" actId="26606"/>
          <ac:spMkLst>
            <pc:docMk/>
            <pc:sldMk cId="3063842691" sldId="256"/>
            <ac:spMk id="39" creationId="{57106897-5698-42C9-9432-E00E8AE43863}"/>
          </ac:spMkLst>
        </pc:spChg>
        <pc:spChg chg="add del">
          <ac:chgData name="Bojja Divya" userId="c65a3ab2a75613f1" providerId="LiveId" clId="{B233C714-1F4B-4A59-B950-981E68135FAD}" dt="2024-09-14T09:20:04.323" v="297" actId="26606"/>
          <ac:spMkLst>
            <pc:docMk/>
            <pc:sldMk cId="3063842691" sldId="256"/>
            <ac:spMk id="40" creationId="{628F7A47-08B1-40A2-A8A0-C8EFBF5FB954}"/>
          </ac:spMkLst>
        </pc:spChg>
        <pc:spChg chg="add del">
          <ac:chgData name="Bojja Divya" userId="c65a3ab2a75613f1" providerId="LiveId" clId="{B233C714-1F4B-4A59-B950-981E68135FAD}" dt="2024-09-14T09:20:04.323" v="297" actId="26606"/>
          <ac:spMkLst>
            <pc:docMk/>
            <pc:sldMk cId="3063842691" sldId="256"/>
            <ac:spMk id="43" creationId="{E1E1EAB6-C066-436F-B97B-506A3CAD01D8}"/>
          </ac:spMkLst>
        </pc:spChg>
        <pc:spChg chg="add del">
          <ac:chgData name="Bojja Divya" userId="c65a3ab2a75613f1" providerId="LiveId" clId="{B233C714-1F4B-4A59-B950-981E68135FAD}" dt="2024-09-14T09:20:07.395" v="299" actId="26606"/>
          <ac:spMkLst>
            <pc:docMk/>
            <pc:sldMk cId="3063842691" sldId="256"/>
            <ac:spMk id="49" creationId="{57106897-5698-42C9-9432-E00E8AE43863}"/>
          </ac:spMkLst>
        </pc:spChg>
        <pc:spChg chg="add del">
          <ac:chgData name="Bojja Divya" userId="c65a3ab2a75613f1" providerId="LiveId" clId="{B233C714-1F4B-4A59-B950-981E68135FAD}" dt="2024-09-14T09:20:07.395" v="299" actId="26606"/>
          <ac:spMkLst>
            <pc:docMk/>
            <pc:sldMk cId="3063842691" sldId="256"/>
            <ac:spMk id="50" creationId="{628F7A47-08B1-40A2-A8A0-C8EFBF5FB954}"/>
          </ac:spMkLst>
        </pc:spChg>
        <pc:spChg chg="add del">
          <ac:chgData name="Bojja Divya" userId="c65a3ab2a75613f1" providerId="LiveId" clId="{B233C714-1F4B-4A59-B950-981E68135FAD}" dt="2024-09-14T09:20:07.395" v="299" actId="26606"/>
          <ac:spMkLst>
            <pc:docMk/>
            <pc:sldMk cId="3063842691" sldId="256"/>
            <ac:spMk id="54" creationId="{011BF1CF-8959-4DFB-9A02-7E686D512DA9}"/>
          </ac:spMkLst>
        </pc:spChg>
        <pc:spChg chg="add del">
          <ac:chgData name="Bojja Divya" userId="c65a3ab2a75613f1" providerId="LiveId" clId="{B233C714-1F4B-4A59-B950-981E68135FAD}" dt="2024-09-14T09:20:30.208" v="301" actId="26606"/>
          <ac:spMkLst>
            <pc:docMk/>
            <pc:sldMk cId="3063842691" sldId="256"/>
            <ac:spMk id="60" creationId="{1CE2A0D4-E8E2-468E-87E5-88D61B24A915}"/>
          </ac:spMkLst>
        </pc:spChg>
        <pc:spChg chg="add del">
          <ac:chgData name="Bojja Divya" userId="c65a3ab2a75613f1" providerId="LiveId" clId="{B233C714-1F4B-4A59-B950-981E68135FAD}" dt="2024-09-14T09:20:30.208" v="301" actId="26606"/>
          <ac:spMkLst>
            <pc:docMk/>
            <pc:sldMk cId="3063842691" sldId="256"/>
            <ac:spMk id="61" creationId="{A8530258-30B8-4334-9A8E-FD7AD2323F00}"/>
          </ac:spMkLst>
        </pc:spChg>
        <pc:spChg chg="add del">
          <ac:chgData name="Bojja Divya" userId="c65a3ab2a75613f1" providerId="LiveId" clId="{B233C714-1F4B-4A59-B950-981E68135FAD}" dt="2024-09-14T09:20:30.208" v="301" actId="26606"/>
          <ac:spMkLst>
            <pc:docMk/>
            <pc:sldMk cId="3063842691" sldId="256"/>
            <ac:spMk id="62" creationId="{72B9C142-459A-45F1-9E87-0DE4F76DC35E}"/>
          </ac:spMkLst>
        </pc:spChg>
        <pc:spChg chg="add del">
          <ac:chgData name="Bojja Divya" userId="c65a3ab2a75613f1" providerId="LiveId" clId="{B233C714-1F4B-4A59-B950-981E68135FAD}" dt="2024-09-14T09:20:30.208" v="301" actId="26606"/>
          <ac:spMkLst>
            <pc:docMk/>
            <pc:sldMk cId="3063842691" sldId="256"/>
            <ac:spMk id="64" creationId="{E72C6208-222C-4F12-A931-F9679C4AD94B}"/>
          </ac:spMkLst>
        </pc:spChg>
        <pc:spChg chg="add del">
          <ac:chgData name="Bojja Divya" userId="c65a3ab2a75613f1" providerId="LiveId" clId="{B233C714-1F4B-4A59-B950-981E68135FAD}" dt="2024-09-14T09:20:30.208" v="301" actId="26606"/>
          <ac:spMkLst>
            <pc:docMk/>
            <pc:sldMk cId="3063842691" sldId="256"/>
            <ac:spMk id="65" creationId="{6AECF4AC-7938-4D2D-B9B9-96F4759E3E14}"/>
          </ac:spMkLst>
        </pc:spChg>
        <pc:spChg chg="add del">
          <ac:chgData name="Bojja Divya" userId="c65a3ab2a75613f1" providerId="LiveId" clId="{B233C714-1F4B-4A59-B950-981E68135FAD}" dt="2024-09-14T09:20:32.147" v="303" actId="26606"/>
          <ac:spMkLst>
            <pc:docMk/>
            <pc:sldMk cId="3063842691" sldId="256"/>
            <ac:spMk id="71" creationId="{57106897-5698-42C9-9432-E00E8AE43863}"/>
          </ac:spMkLst>
        </pc:spChg>
        <pc:spChg chg="add del">
          <ac:chgData name="Bojja Divya" userId="c65a3ab2a75613f1" providerId="LiveId" clId="{B233C714-1F4B-4A59-B950-981E68135FAD}" dt="2024-09-14T09:20:32.147" v="303" actId="26606"/>
          <ac:spMkLst>
            <pc:docMk/>
            <pc:sldMk cId="3063842691" sldId="256"/>
            <ac:spMk id="72" creationId="{628F7A47-08B1-40A2-A8A0-C8EFBF5FB954}"/>
          </ac:spMkLst>
        </pc:spChg>
        <pc:spChg chg="add del">
          <ac:chgData name="Bojja Divya" userId="c65a3ab2a75613f1" providerId="LiveId" clId="{B233C714-1F4B-4A59-B950-981E68135FAD}" dt="2024-09-14T09:20:32.147" v="303" actId="26606"/>
          <ac:spMkLst>
            <pc:docMk/>
            <pc:sldMk cId="3063842691" sldId="256"/>
            <ac:spMk id="75" creationId="{011BF1CF-8959-4DFB-9A02-7E686D512DA9}"/>
          </ac:spMkLst>
        </pc:spChg>
        <pc:spChg chg="add del">
          <ac:chgData name="Bojja Divya" userId="c65a3ab2a75613f1" providerId="LiveId" clId="{B233C714-1F4B-4A59-B950-981E68135FAD}" dt="2024-09-14T09:20:33.498" v="305" actId="26606"/>
          <ac:spMkLst>
            <pc:docMk/>
            <pc:sldMk cId="3063842691" sldId="256"/>
            <ac:spMk id="79" creationId="{B2F5BF58-42DA-4604-AB7C-CFDDDB7D9541}"/>
          </ac:spMkLst>
        </pc:spChg>
        <pc:spChg chg="add del">
          <ac:chgData name="Bojja Divya" userId="c65a3ab2a75613f1" providerId="LiveId" clId="{B233C714-1F4B-4A59-B950-981E68135FAD}" dt="2024-09-14T09:20:56.620" v="309" actId="26606"/>
          <ac:spMkLst>
            <pc:docMk/>
            <pc:sldMk cId="3063842691" sldId="256"/>
            <ac:spMk id="84" creationId="{1CE2A0D4-E8E2-468E-87E5-88D61B24A915}"/>
          </ac:spMkLst>
        </pc:spChg>
        <pc:spChg chg="add del">
          <ac:chgData name="Bojja Divya" userId="c65a3ab2a75613f1" providerId="LiveId" clId="{B233C714-1F4B-4A59-B950-981E68135FAD}" dt="2024-09-14T09:20:56.620" v="309" actId="26606"/>
          <ac:spMkLst>
            <pc:docMk/>
            <pc:sldMk cId="3063842691" sldId="256"/>
            <ac:spMk id="85" creationId="{A8530258-30B8-4334-9A8E-FD7AD2323F00}"/>
          </ac:spMkLst>
        </pc:spChg>
        <pc:spChg chg="add del">
          <ac:chgData name="Bojja Divya" userId="c65a3ab2a75613f1" providerId="LiveId" clId="{B233C714-1F4B-4A59-B950-981E68135FAD}" dt="2024-09-14T09:20:56.620" v="309" actId="26606"/>
          <ac:spMkLst>
            <pc:docMk/>
            <pc:sldMk cId="3063842691" sldId="256"/>
            <ac:spMk id="86" creationId="{72B9C142-459A-45F1-9E87-0DE4F76DC35E}"/>
          </ac:spMkLst>
        </pc:spChg>
        <pc:spChg chg="add del">
          <ac:chgData name="Bojja Divya" userId="c65a3ab2a75613f1" providerId="LiveId" clId="{B233C714-1F4B-4A59-B950-981E68135FAD}" dt="2024-09-14T09:20:56.620" v="309" actId="26606"/>
          <ac:spMkLst>
            <pc:docMk/>
            <pc:sldMk cId="3063842691" sldId="256"/>
            <ac:spMk id="88" creationId="{E72C6208-222C-4F12-A931-F9679C4AD94B}"/>
          </ac:spMkLst>
        </pc:spChg>
        <pc:spChg chg="add del">
          <ac:chgData name="Bojja Divya" userId="c65a3ab2a75613f1" providerId="LiveId" clId="{B233C714-1F4B-4A59-B950-981E68135FAD}" dt="2024-09-14T09:20:56.620" v="309" actId="26606"/>
          <ac:spMkLst>
            <pc:docMk/>
            <pc:sldMk cId="3063842691" sldId="256"/>
            <ac:spMk id="89" creationId="{6AECF4AC-7938-4D2D-B9B9-96F4759E3E14}"/>
          </ac:spMkLst>
        </pc:spChg>
        <pc:spChg chg="add del">
          <ac:chgData name="Bojja Divya" userId="c65a3ab2a75613f1" providerId="LiveId" clId="{B233C714-1F4B-4A59-B950-981E68135FAD}" dt="2024-09-14T09:18:40.773" v="287" actId="26606"/>
          <ac:spMkLst>
            <pc:docMk/>
            <pc:sldMk cId="3063842691" sldId="256"/>
            <ac:spMk id="1032" creationId="{1CE2A0D4-E8E2-468E-87E5-88D61B24A915}"/>
          </ac:spMkLst>
        </pc:spChg>
        <pc:spChg chg="add del">
          <ac:chgData name="Bojja Divya" userId="c65a3ab2a75613f1" providerId="LiveId" clId="{B233C714-1F4B-4A59-B950-981E68135FAD}" dt="2024-09-14T09:18:40.773" v="287" actId="26606"/>
          <ac:spMkLst>
            <pc:docMk/>
            <pc:sldMk cId="3063842691" sldId="256"/>
            <ac:spMk id="1034" creationId="{A8530258-30B8-4334-9A8E-FD7AD2323F00}"/>
          </ac:spMkLst>
        </pc:spChg>
        <pc:spChg chg="add del">
          <ac:chgData name="Bojja Divya" userId="c65a3ab2a75613f1" providerId="LiveId" clId="{B233C714-1F4B-4A59-B950-981E68135FAD}" dt="2024-09-14T09:18:40.773" v="287" actId="26606"/>
          <ac:spMkLst>
            <pc:docMk/>
            <pc:sldMk cId="3063842691" sldId="256"/>
            <ac:spMk id="1036" creationId="{767EE22B-9FA5-4FAC-9662-D2F9C706E03F}"/>
          </ac:spMkLst>
        </pc:spChg>
        <pc:spChg chg="add del">
          <ac:chgData name="Bojja Divya" userId="c65a3ab2a75613f1" providerId="LiveId" clId="{B233C714-1F4B-4A59-B950-981E68135FAD}" dt="2024-09-14T09:18:16.114" v="284" actId="26606"/>
          <ac:spMkLst>
            <pc:docMk/>
            <pc:sldMk cId="3063842691" sldId="256"/>
            <ac:spMk id="1037" creationId="{1CE2A0D4-E8E2-468E-87E5-88D61B24A915}"/>
          </ac:spMkLst>
        </pc:spChg>
        <pc:spChg chg="add del">
          <ac:chgData name="Bojja Divya" userId="c65a3ab2a75613f1" providerId="LiveId" clId="{B233C714-1F4B-4A59-B950-981E68135FAD}" dt="2024-09-14T09:18:16.114" v="284" actId="26606"/>
          <ac:spMkLst>
            <pc:docMk/>
            <pc:sldMk cId="3063842691" sldId="256"/>
            <ac:spMk id="1039" creationId="{A8530258-30B8-4334-9A8E-FD7AD2323F00}"/>
          </ac:spMkLst>
        </pc:spChg>
        <pc:spChg chg="add del">
          <ac:chgData name="Bojja Divya" userId="c65a3ab2a75613f1" providerId="LiveId" clId="{B233C714-1F4B-4A59-B950-981E68135FAD}" dt="2024-09-14T09:18:40.773" v="287" actId="26606"/>
          <ac:spMkLst>
            <pc:docMk/>
            <pc:sldMk cId="3063842691" sldId="256"/>
            <ac:spMk id="1040" creationId="{1C46C271-4C9C-47FC-A552-BE6A80B66E40}"/>
          </ac:spMkLst>
        </pc:spChg>
        <pc:spChg chg="add del">
          <ac:chgData name="Bojja Divya" userId="c65a3ab2a75613f1" providerId="LiveId" clId="{B233C714-1F4B-4A59-B950-981E68135FAD}" dt="2024-09-14T09:18:16.114" v="284" actId="26606"/>
          <ac:spMkLst>
            <pc:docMk/>
            <pc:sldMk cId="3063842691" sldId="256"/>
            <ac:spMk id="1041" creationId="{767EE22B-9FA5-4FAC-9662-D2F9C706E03F}"/>
          </ac:spMkLst>
        </pc:spChg>
        <pc:spChg chg="add del">
          <ac:chgData name="Bojja Divya" userId="c65a3ab2a75613f1" providerId="LiveId" clId="{B233C714-1F4B-4A59-B950-981E68135FAD}" dt="2024-09-14T09:18:40.773" v="287" actId="26606"/>
          <ac:spMkLst>
            <pc:docMk/>
            <pc:sldMk cId="3063842691" sldId="256"/>
            <ac:spMk id="1042" creationId="{468546B5-3A43-4E90-B43D-914113B1524F}"/>
          </ac:spMkLst>
        </pc:spChg>
        <pc:spChg chg="add del">
          <ac:chgData name="Bojja Divya" userId="c65a3ab2a75613f1" providerId="LiveId" clId="{B233C714-1F4B-4A59-B950-981E68135FAD}" dt="2024-09-14T09:18:16.114" v="284" actId="26606"/>
          <ac:spMkLst>
            <pc:docMk/>
            <pc:sldMk cId="3063842691" sldId="256"/>
            <ac:spMk id="1045" creationId="{1C46C271-4C9C-47FC-A552-BE6A80B66E40}"/>
          </ac:spMkLst>
        </pc:spChg>
        <pc:spChg chg="add del">
          <ac:chgData name="Bojja Divya" userId="c65a3ab2a75613f1" providerId="LiveId" clId="{B233C714-1F4B-4A59-B950-981E68135FAD}" dt="2024-09-14T09:18:16.114" v="284" actId="26606"/>
          <ac:spMkLst>
            <pc:docMk/>
            <pc:sldMk cId="3063842691" sldId="256"/>
            <ac:spMk id="1047" creationId="{468546B5-3A43-4E90-B43D-914113B1524F}"/>
          </ac:spMkLst>
        </pc:spChg>
        <pc:grpChg chg="add del">
          <ac:chgData name="Bojja Divya" userId="c65a3ab2a75613f1" providerId="LiveId" clId="{B233C714-1F4B-4A59-B950-981E68135FAD}" dt="2024-09-14T09:20:04.323" v="297" actId="26606"/>
          <ac:grpSpMkLst>
            <pc:docMk/>
            <pc:sldMk cId="3063842691" sldId="256"/>
            <ac:grpSpMk id="41" creationId="{AC37DDB7-CF1E-4923-8356-966F5F2A0795}"/>
          </ac:grpSpMkLst>
        </pc:grpChg>
        <pc:grpChg chg="add del">
          <ac:chgData name="Bojja Divya" userId="c65a3ab2a75613f1" providerId="LiveId" clId="{B233C714-1F4B-4A59-B950-981E68135FAD}" dt="2024-09-14T09:20:07.395" v="299" actId="26606"/>
          <ac:grpSpMkLst>
            <pc:docMk/>
            <pc:sldMk cId="3063842691" sldId="256"/>
            <ac:grpSpMk id="51" creationId="{CA743592-A693-4947-8B39-B51AF9B26B63}"/>
          </ac:grpSpMkLst>
        </pc:grpChg>
        <pc:grpChg chg="add del">
          <ac:chgData name="Bojja Divya" userId="c65a3ab2a75613f1" providerId="LiveId" clId="{B233C714-1F4B-4A59-B950-981E68135FAD}" dt="2024-09-14T09:20:32.147" v="303" actId="26606"/>
          <ac:grpSpMkLst>
            <pc:docMk/>
            <pc:sldMk cId="3063842691" sldId="256"/>
            <ac:grpSpMk id="73" creationId="{CA743592-A693-4947-8B39-B51AF9B26B63}"/>
          </ac:grpSpMkLst>
        </pc:grpChg>
        <pc:picChg chg="add del mod">
          <ac:chgData name="Bojja Divya" userId="c65a3ab2a75613f1" providerId="LiveId" clId="{B233C714-1F4B-4A59-B950-981E68135FAD}" dt="2024-09-14T09:13:42.459" v="259" actId="21"/>
          <ac:picMkLst>
            <pc:docMk/>
            <pc:sldMk cId="3063842691" sldId="256"/>
            <ac:picMk id="5" creationId="{C04CC6DB-6A61-67C9-898B-CCC5EEFA7B25}"/>
          </ac:picMkLst>
        </pc:picChg>
        <pc:picChg chg="add del mod">
          <ac:chgData name="Bojja Divya" userId="c65a3ab2a75613f1" providerId="LiveId" clId="{B233C714-1F4B-4A59-B950-981E68135FAD}" dt="2024-09-14T09:13:47.687" v="261" actId="21"/>
          <ac:picMkLst>
            <pc:docMk/>
            <pc:sldMk cId="3063842691" sldId="256"/>
            <ac:picMk id="6" creationId="{C04CC6DB-6A61-67C9-898B-CCC5EEFA7B25}"/>
          </ac:picMkLst>
        </pc:picChg>
        <pc:picChg chg="add del mod">
          <ac:chgData name="Bojja Divya" userId="c65a3ab2a75613f1" providerId="LiveId" clId="{B233C714-1F4B-4A59-B950-981E68135FAD}" dt="2024-09-14T09:17:11.119" v="272" actId="21"/>
          <ac:picMkLst>
            <pc:docMk/>
            <pc:sldMk cId="3063842691" sldId="256"/>
            <ac:picMk id="8" creationId="{B2B5D47B-B116-455D-687F-47FD30506E7A}"/>
          </ac:picMkLst>
        </pc:picChg>
        <pc:picChg chg="add del mod">
          <ac:chgData name="Bojja Divya" userId="c65a3ab2a75613f1" providerId="LiveId" clId="{B233C714-1F4B-4A59-B950-981E68135FAD}" dt="2024-09-14T09:17:15.708" v="274" actId="21"/>
          <ac:picMkLst>
            <pc:docMk/>
            <pc:sldMk cId="3063842691" sldId="256"/>
            <ac:picMk id="9" creationId="{B2B5D47B-B116-455D-687F-47FD30506E7A}"/>
          </ac:picMkLst>
        </pc:picChg>
        <pc:picChg chg="add del mod ord">
          <ac:chgData name="Bojja Divya" userId="c65a3ab2a75613f1" providerId="LiveId" clId="{B233C714-1F4B-4A59-B950-981E68135FAD}" dt="2024-09-14T09:20:57.525" v="311"/>
          <ac:picMkLst>
            <pc:docMk/>
            <pc:sldMk cId="3063842691" sldId="256"/>
            <ac:picMk id="11" creationId="{2CE7BCD3-6140-A56A-A30C-3E771D343271}"/>
          </ac:picMkLst>
        </pc:picChg>
        <pc:picChg chg="add mod">
          <ac:chgData name="Bojja Divya" userId="c65a3ab2a75613f1" providerId="LiveId" clId="{B233C714-1F4B-4A59-B950-981E68135FAD}" dt="2024-09-14T09:34:18.218" v="444"/>
          <ac:picMkLst>
            <pc:docMk/>
            <pc:sldMk cId="3063842691" sldId="256"/>
            <ac:picMk id="14" creationId="{286DC4B3-99F2-EFE3-756F-66D6AB1B37B9}"/>
          </ac:picMkLst>
        </pc:picChg>
        <pc:picChg chg="add del">
          <ac:chgData name="Bojja Divya" userId="c65a3ab2a75613f1" providerId="LiveId" clId="{B233C714-1F4B-4A59-B950-981E68135FAD}" dt="2024-09-14T09:19:57.853" v="293" actId="26606"/>
          <ac:picMkLst>
            <pc:docMk/>
            <pc:sldMk cId="3063842691" sldId="256"/>
            <ac:picMk id="16" creationId="{2942C0C0-358E-44B2-BF6F-3C379FA70660}"/>
          </ac:picMkLst>
        </pc:picChg>
        <pc:picChg chg="add del">
          <ac:chgData name="Bojja Divya" userId="c65a3ab2a75613f1" providerId="LiveId" clId="{B233C714-1F4B-4A59-B950-981E68135FAD}" dt="2024-09-14T09:19:59.992" v="295" actId="26606"/>
          <ac:picMkLst>
            <pc:docMk/>
            <pc:sldMk cId="3063842691" sldId="256"/>
            <ac:picMk id="20" creationId="{B679451A-81B4-4425-B9C2-4DAA69272BB5}"/>
          </ac:picMkLst>
        </pc:picChg>
        <pc:picChg chg="add del">
          <ac:chgData name="Bojja Divya" userId="c65a3ab2a75613f1" providerId="LiveId" clId="{B233C714-1F4B-4A59-B950-981E68135FAD}" dt="2024-09-14T09:19:59.992" v="295" actId="26606"/>
          <ac:picMkLst>
            <pc:docMk/>
            <pc:sldMk cId="3063842691" sldId="256"/>
            <ac:picMk id="21" creationId="{05916DBF-29BF-49BC-864D-B509C0E9F9A9}"/>
          </ac:picMkLst>
        </pc:picChg>
        <pc:picChg chg="add del">
          <ac:chgData name="Bojja Divya" userId="c65a3ab2a75613f1" providerId="LiveId" clId="{B233C714-1F4B-4A59-B950-981E68135FAD}" dt="2024-09-14T09:19:59.992" v="295" actId="26606"/>
          <ac:picMkLst>
            <pc:docMk/>
            <pc:sldMk cId="3063842691" sldId="256"/>
            <ac:picMk id="23" creationId="{8BAA1C78-8552-4CEE-9A2C-D65F2B95140E}"/>
          </ac:picMkLst>
        </pc:picChg>
        <pc:picChg chg="add del">
          <ac:chgData name="Bojja Divya" userId="c65a3ab2a75613f1" providerId="LiveId" clId="{B233C714-1F4B-4A59-B950-981E68135FAD}" dt="2024-09-14T09:19:59.992" v="295" actId="26606"/>
          <ac:picMkLst>
            <pc:docMk/>
            <pc:sldMk cId="3063842691" sldId="256"/>
            <ac:picMk id="28" creationId="{6B286538-0E8E-4225-B3E3-B8EF6E16FDD2}"/>
          </ac:picMkLst>
        </pc:picChg>
        <pc:picChg chg="add del">
          <ac:chgData name="Bojja Divya" userId="c65a3ab2a75613f1" providerId="LiveId" clId="{B233C714-1F4B-4A59-B950-981E68135FAD}" dt="2024-09-14T09:19:59.992" v="295" actId="26606"/>
          <ac:picMkLst>
            <pc:docMk/>
            <pc:sldMk cId="3063842691" sldId="256"/>
            <ac:picMk id="34" creationId="{2578723F-EB68-4332-A8B8-C1ECCDBB0A68}"/>
          </ac:picMkLst>
        </pc:picChg>
        <pc:picChg chg="add del">
          <ac:chgData name="Bojja Divya" userId="c65a3ab2a75613f1" providerId="LiveId" clId="{B233C714-1F4B-4A59-B950-981E68135FAD}" dt="2024-09-14T09:20:04.323" v="297" actId="26606"/>
          <ac:picMkLst>
            <pc:docMk/>
            <pc:sldMk cId="3063842691" sldId="256"/>
            <ac:picMk id="36" creationId="{109C3D3C-5E00-40BE-B0F8-64783FF19E09}"/>
          </ac:picMkLst>
        </pc:picChg>
        <pc:picChg chg="add del">
          <ac:chgData name="Bojja Divya" userId="c65a3ab2a75613f1" providerId="LiveId" clId="{B233C714-1F4B-4A59-B950-981E68135FAD}" dt="2024-09-14T09:20:04.323" v="297" actId="26606"/>
          <ac:picMkLst>
            <pc:docMk/>
            <pc:sldMk cId="3063842691" sldId="256"/>
            <ac:picMk id="37" creationId="{E8FDAB8E-B415-49B0-9EE0-B6C3A756352A}"/>
          </ac:picMkLst>
        </pc:picChg>
        <pc:picChg chg="add del">
          <ac:chgData name="Bojja Divya" userId="c65a3ab2a75613f1" providerId="LiveId" clId="{B233C714-1F4B-4A59-B950-981E68135FAD}" dt="2024-09-14T09:20:04.323" v="297" actId="26606"/>
          <ac:picMkLst>
            <pc:docMk/>
            <pc:sldMk cId="3063842691" sldId="256"/>
            <ac:picMk id="38" creationId="{CBF888DA-BF80-49E1-9FB0-DFBAC7AE4B84}"/>
          </ac:picMkLst>
        </pc:picChg>
        <pc:picChg chg="add del">
          <ac:chgData name="Bojja Divya" userId="c65a3ab2a75613f1" providerId="LiveId" clId="{B233C714-1F4B-4A59-B950-981E68135FAD}" dt="2024-09-14T09:20:04.323" v="297" actId="26606"/>
          <ac:picMkLst>
            <pc:docMk/>
            <pc:sldMk cId="3063842691" sldId="256"/>
            <ac:picMk id="44" creationId="{4A0584A2-7157-4FF9-BDF0-792791AE67E8}"/>
          </ac:picMkLst>
        </pc:picChg>
        <pc:picChg chg="add del">
          <ac:chgData name="Bojja Divya" userId="c65a3ab2a75613f1" providerId="LiveId" clId="{B233C714-1F4B-4A59-B950-981E68135FAD}" dt="2024-09-14T09:20:07.395" v="299" actId="26606"/>
          <ac:picMkLst>
            <pc:docMk/>
            <pc:sldMk cId="3063842691" sldId="256"/>
            <ac:picMk id="46" creationId="{109C3D3C-5E00-40BE-B0F8-64783FF19E09}"/>
          </ac:picMkLst>
        </pc:picChg>
        <pc:picChg chg="add del">
          <ac:chgData name="Bojja Divya" userId="c65a3ab2a75613f1" providerId="LiveId" clId="{B233C714-1F4B-4A59-B950-981E68135FAD}" dt="2024-09-14T09:20:07.395" v="299" actId="26606"/>
          <ac:picMkLst>
            <pc:docMk/>
            <pc:sldMk cId="3063842691" sldId="256"/>
            <ac:picMk id="47" creationId="{E8FDAB8E-B415-49B0-9EE0-B6C3A756352A}"/>
          </ac:picMkLst>
        </pc:picChg>
        <pc:picChg chg="add del">
          <ac:chgData name="Bojja Divya" userId="c65a3ab2a75613f1" providerId="LiveId" clId="{B233C714-1F4B-4A59-B950-981E68135FAD}" dt="2024-09-14T09:20:07.395" v="299" actId="26606"/>
          <ac:picMkLst>
            <pc:docMk/>
            <pc:sldMk cId="3063842691" sldId="256"/>
            <ac:picMk id="48" creationId="{CBF888DA-BF80-49E1-9FB0-DFBAC7AE4B84}"/>
          </ac:picMkLst>
        </pc:picChg>
        <pc:picChg chg="add del">
          <ac:chgData name="Bojja Divya" userId="c65a3ab2a75613f1" providerId="LiveId" clId="{B233C714-1F4B-4A59-B950-981E68135FAD}" dt="2024-09-14T09:20:07.395" v="299" actId="26606"/>
          <ac:picMkLst>
            <pc:docMk/>
            <pc:sldMk cId="3063842691" sldId="256"/>
            <ac:picMk id="55" creationId="{C614D39E-6EA9-4C3C-9997-993268449EE1}"/>
          </ac:picMkLst>
        </pc:picChg>
        <pc:picChg chg="add del">
          <ac:chgData name="Bojja Divya" userId="c65a3ab2a75613f1" providerId="LiveId" clId="{B233C714-1F4B-4A59-B950-981E68135FAD}" dt="2024-09-14T09:20:30.208" v="301" actId="26606"/>
          <ac:picMkLst>
            <pc:docMk/>
            <pc:sldMk cId="3063842691" sldId="256"/>
            <ac:picMk id="57" creationId="{05916DBF-29BF-49BC-864D-B509C0E9F9A9}"/>
          </ac:picMkLst>
        </pc:picChg>
        <pc:picChg chg="add del">
          <ac:chgData name="Bojja Divya" userId="c65a3ab2a75613f1" providerId="LiveId" clId="{B233C714-1F4B-4A59-B950-981E68135FAD}" dt="2024-09-14T09:20:30.208" v="301" actId="26606"/>
          <ac:picMkLst>
            <pc:docMk/>
            <pc:sldMk cId="3063842691" sldId="256"/>
            <ac:picMk id="58" creationId="{8BAA1C78-8552-4CEE-9A2C-D65F2B95140E}"/>
          </ac:picMkLst>
        </pc:picChg>
        <pc:picChg chg="add del">
          <ac:chgData name="Bojja Divya" userId="c65a3ab2a75613f1" providerId="LiveId" clId="{B233C714-1F4B-4A59-B950-981E68135FAD}" dt="2024-09-14T09:20:30.208" v="301" actId="26606"/>
          <ac:picMkLst>
            <pc:docMk/>
            <pc:sldMk cId="3063842691" sldId="256"/>
            <ac:picMk id="59" creationId="{B679451A-81B4-4425-B9C2-4DAA69272BB5}"/>
          </ac:picMkLst>
        </pc:picChg>
        <pc:picChg chg="add del">
          <ac:chgData name="Bojja Divya" userId="c65a3ab2a75613f1" providerId="LiveId" clId="{B233C714-1F4B-4A59-B950-981E68135FAD}" dt="2024-09-14T09:20:30.208" v="301" actId="26606"/>
          <ac:picMkLst>
            <pc:docMk/>
            <pc:sldMk cId="3063842691" sldId="256"/>
            <ac:picMk id="63" creationId="{6B286538-0E8E-4225-B3E3-B8EF6E16FDD2}"/>
          </ac:picMkLst>
        </pc:picChg>
        <pc:picChg chg="add del">
          <ac:chgData name="Bojja Divya" userId="c65a3ab2a75613f1" providerId="LiveId" clId="{B233C714-1F4B-4A59-B950-981E68135FAD}" dt="2024-09-14T09:20:30.208" v="301" actId="26606"/>
          <ac:picMkLst>
            <pc:docMk/>
            <pc:sldMk cId="3063842691" sldId="256"/>
            <ac:picMk id="66" creationId="{2578723F-EB68-4332-A8B8-C1ECCDBB0A68}"/>
          </ac:picMkLst>
        </pc:picChg>
        <pc:picChg chg="add del">
          <ac:chgData name="Bojja Divya" userId="c65a3ab2a75613f1" providerId="LiveId" clId="{B233C714-1F4B-4A59-B950-981E68135FAD}" dt="2024-09-14T09:20:32.147" v="303" actId="26606"/>
          <ac:picMkLst>
            <pc:docMk/>
            <pc:sldMk cId="3063842691" sldId="256"/>
            <ac:picMk id="68" creationId="{109C3D3C-5E00-40BE-B0F8-64783FF19E09}"/>
          </ac:picMkLst>
        </pc:picChg>
        <pc:picChg chg="add del">
          <ac:chgData name="Bojja Divya" userId="c65a3ab2a75613f1" providerId="LiveId" clId="{B233C714-1F4B-4A59-B950-981E68135FAD}" dt="2024-09-14T09:20:32.147" v="303" actId="26606"/>
          <ac:picMkLst>
            <pc:docMk/>
            <pc:sldMk cId="3063842691" sldId="256"/>
            <ac:picMk id="69" creationId="{E8FDAB8E-B415-49B0-9EE0-B6C3A756352A}"/>
          </ac:picMkLst>
        </pc:picChg>
        <pc:picChg chg="add del">
          <ac:chgData name="Bojja Divya" userId="c65a3ab2a75613f1" providerId="LiveId" clId="{B233C714-1F4B-4A59-B950-981E68135FAD}" dt="2024-09-14T09:20:32.147" v="303" actId="26606"/>
          <ac:picMkLst>
            <pc:docMk/>
            <pc:sldMk cId="3063842691" sldId="256"/>
            <ac:picMk id="70" creationId="{CBF888DA-BF80-49E1-9FB0-DFBAC7AE4B84}"/>
          </ac:picMkLst>
        </pc:picChg>
        <pc:picChg chg="add del">
          <ac:chgData name="Bojja Divya" userId="c65a3ab2a75613f1" providerId="LiveId" clId="{B233C714-1F4B-4A59-B950-981E68135FAD}" dt="2024-09-14T09:20:32.147" v="303" actId="26606"/>
          <ac:picMkLst>
            <pc:docMk/>
            <pc:sldMk cId="3063842691" sldId="256"/>
            <ac:picMk id="76" creationId="{C614D39E-6EA9-4C3C-9997-993268449EE1}"/>
          </ac:picMkLst>
        </pc:picChg>
        <pc:picChg chg="add del">
          <ac:chgData name="Bojja Divya" userId="c65a3ab2a75613f1" providerId="LiveId" clId="{B233C714-1F4B-4A59-B950-981E68135FAD}" dt="2024-09-14T09:20:33.498" v="305" actId="26606"/>
          <ac:picMkLst>
            <pc:docMk/>
            <pc:sldMk cId="3063842691" sldId="256"/>
            <ac:picMk id="78" creationId="{2942C0C0-358E-44B2-BF6F-3C379FA70660}"/>
          </ac:picMkLst>
        </pc:picChg>
        <pc:picChg chg="add del">
          <ac:chgData name="Bojja Divya" userId="c65a3ab2a75613f1" providerId="LiveId" clId="{B233C714-1F4B-4A59-B950-981E68135FAD}" dt="2024-09-14T09:20:56.620" v="309" actId="26606"/>
          <ac:picMkLst>
            <pc:docMk/>
            <pc:sldMk cId="3063842691" sldId="256"/>
            <ac:picMk id="81" creationId="{05916DBF-29BF-49BC-864D-B509C0E9F9A9}"/>
          </ac:picMkLst>
        </pc:picChg>
        <pc:picChg chg="add del">
          <ac:chgData name="Bojja Divya" userId="c65a3ab2a75613f1" providerId="LiveId" clId="{B233C714-1F4B-4A59-B950-981E68135FAD}" dt="2024-09-14T09:20:56.620" v="309" actId="26606"/>
          <ac:picMkLst>
            <pc:docMk/>
            <pc:sldMk cId="3063842691" sldId="256"/>
            <ac:picMk id="82" creationId="{8BAA1C78-8552-4CEE-9A2C-D65F2B95140E}"/>
          </ac:picMkLst>
        </pc:picChg>
        <pc:picChg chg="add del">
          <ac:chgData name="Bojja Divya" userId="c65a3ab2a75613f1" providerId="LiveId" clId="{B233C714-1F4B-4A59-B950-981E68135FAD}" dt="2024-09-14T09:20:56.620" v="309" actId="26606"/>
          <ac:picMkLst>
            <pc:docMk/>
            <pc:sldMk cId="3063842691" sldId="256"/>
            <ac:picMk id="83" creationId="{B679451A-81B4-4425-B9C2-4DAA69272BB5}"/>
          </ac:picMkLst>
        </pc:picChg>
        <pc:picChg chg="add del">
          <ac:chgData name="Bojja Divya" userId="c65a3ab2a75613f1" providerId="LiveId" clId="{B233C714-1F4B-4A59-B950-981E68135FAD}" dt="2024-09-14T09:20:56.620" v="309" actId="26606"/>
          <ac:picMkLst>
            <pc:docMk/>
            <pc:sldMk cId="3063842691" sldId="256"/>
            <ac:picMk id="87" creationId="{6B286538-0E8E-4225-B3E3-B8EF6E16FDD2}"/>
          </ac:picMkLst>
        </pc:picChg>
        <pc:picChg chg="add del">
          <ac:chgData name="Bojja Divya" userId="c65a3ab2a75613f1" providerId="LiveId" clId="{B233C714-1F4B-4A59-B950-981E68135FAD}" dt="2024-09-14T09:20:56.620" v="309" actId="26606"/>
          <ac:picMkLst>
            <pc:docMk/>
            <pc:sldMk cId="3063842691" sldId="256"/>
            <ac:picMk id="90" creationId="{2578723F-EB68-4332-A8B8-C1ECCDBB0A68}"/>
          </ac:picMkLst>
        </pc:picChg>
        <pc:picChg chg="add del mod">
          <ac:chgData name="Bojja Divya" userId="c65a3ab2a75613f1" providerId="LiveId" clId="{B233C714-1F4B-4A59-B950-981E68135FAD}" dt="2024-09-14T09:19:18.730" v="288" actId="21"/>
          <ac:picMkLst>
            <pc:docMk/>
            <pc:sldMk cId="3063842691" sldId="256"/>
            <ac:picMk id="1026" creationId="{4D1F2A25-5800-C1E1-0073-58018003578B}"/>
          </ac:picMkLst>
        </pc:picChg>
        <pc:picChg chg="add del">
          <ac:chgData name="Bojja Divya" userId="c65a3ab2a75613f1" providerId="LiveId" clId="{B233C714-1F4B-4A59-B950-981E68135FAD}" dt="2024-09-14T09:18:40.773" v="287" actId="26606"/>
          <ac:picMkLst>
            <pc:docMk/>
            <pc:sldMk cId="3063842691" sldId="256"/>
            <ac:picMk id="1028" creationId="{05916DBF-29BF-49BC-864D-B509C0E9F9A9}"/>
          </ac:picMkLst>
        </pc:picChg>
        <pc:picChg chg="add del">
          <ac:chgData name="Bojja Divya" userId="c65a3ab2a75613f1" providerId="LiveId" clId="{B233C714-1F4B-4A59-B950-981E68135FAD}" dt="2024-09-14T09:18:40.773" v="287" actId="26606"/>
          <ac:picMkLst>
            <pc:docMk/>
            <pc:sldMk cId="3063842691" sldId="256"/>
            <ac:picMk id="1029" creationId="{8BAA1C78-8552-4CEE-9A2C-D65F2B95140E}"/>
          </ac:picMkLst>
        </pc:picChg>
        <pc:picChg chg="add del">
          <ac:chgData name="Bojja Divya" userId="c65a3ab2a75613f1" providerId="LiveId" clId="{B233C714-1F4B-4A59-B950-981E68135FAD}" dt="2024-09-14T09:18:40.773" v="287" actId="26606"/>
          <ac:picMkLst>
            <pc:docMk/>
            <pc:sldMk cId="3063842691" sldId="256"/>
            <ac:picMk id="1030" creationId="{B679451A-81B4-4425-B9C2-4DAA69272BB5}"/>
          </ac:picMkLst>
        </pc:picChg>
        <pc:picChg chg="add del">
          <ac:chgData name="Bojja Divya" userId="c65a3ab2a75613f1" providerId="LiveId" clId="{B233C714-1F4B-4A59-B950-981E68135FAD}" dt="2024-09-14T09:18:16.114" v="284" actId="26606"/>
          <ac:picMkLst>
            <pc:docMk/>
            <pc:sldMk cId="3063842691" sldId="256"/>
            <ac:picMk id="1031" creationId="{05916DBF-29BF-49BC-864D-B509C0E9F9A9}"/>
          </ac:picMkLst>
        </pc:picChg>
        <pc:picChg chg="add del">
          <ac:chgData name="Bojja Divya" userId="c65a3ab2a75613f1" providerId="LiveId" clId="{B233C714-1F4B-4A59-B950-981E68135FAD}" dt="2024-09-14T09:18:16.114" v="284" actId="26606"/>
          <ac:picMkLst>
            <pc:docMk/>
            <pc:sldMk cId="3063842691" sldId="256"/>
            <ac:picMk id="1033" creationId="{8BAA1C78-8552-4CEE-9A2C-D65F2B95140E}"/>
          </ac:picMkLst>
        </pc:picChg>
        <pc:picChg chg="add del">
          <ac:chgData name="Bojja Divya" userId="c65a3ab2a75613f1" providerId="LiveId" clId="{B233C714-1F4B-4A59-B950-981E68135FAD}" dt="2024-09-14T09:18:16.114" v="284" actId="26606"/>
          <ac:picMkLst>
            <pc:docMk/>
            <pc:sldMk cId="3063842691" sldId="256"/>
            <ac:picMk id="1035" creationId="{B679451A-81B4-4425-B9C2-4DAA69272BB5}"/>
          </ac:picMkLst>
        </pc:picChg>
        <pc:picChg chg="add del">
          <ac:chgData name="Bojja Divya" userId="c65a3ab2a75613f1" providerId="LiveId" clId="{B233C714-1F4B-4A59-B950-981E68135FAD}" dt="2024-09-14T09:18:40.773" v="287" actId="26606"/>
          <ac:picMkLst>
            <pc:docMk/>
            <pc:sldMk cId="3063842691" sldId="256"/>
            <ac:picMk id="1038" creationId="{23AFE330-1515-493C-9BAD-A215440CC580}"/>
          </ac:picMkLst>
        </pc:picChg>
        <pc:picChg chg="add del">
          <ac:chgData name="Bojja Divya" userId="c65a3ab2a75613f1" providerId="LiveId" clId="{B233C714-1F4B-4A59-B950-981E68135FAD}" dt="2024-09-14T09:18:16.114" v="284" actId="26606"/>
          <ac:picMkLst>
            <pc:docMk/>
            <pc:sldMk cId="3063842691" sldId="256"/>
            <ac:picMk id="1043" creationId="{23AFE330-1515-493C-9BAD-A215440CC580}"/>
          </ac:picMkLst>
        </pc:picChg>
        <pc:picChg chg="add del">
          <ac:chgData name="Bojja Divya" userId="c65a3ab2a75613f1" providerId="LiveId" clId="{B233C714-1F4B-4A59-B950-981E68135FAD}" dt="2024-09-14T09:18:40.773" v="287" actId="26606"/>
          <ac:picMkLst>
            <pc:docMk/>
            <pc:sldMk cId="3063842691" sldId="256"/>
            <ac:picMk id="1044" creationId="{3358FCD0-2FAE-4728-A479-6CF4DAA31A99}"/>
          </ac:picMkLst>
        </pc:picChg>
        <pc:picChg chg="add del">
          <ac:chgData name="Bojja Divya" userId="c65a3ab2a75613f1" providerId="LiveId" clId="{B233C714-1F4B-4A59-B950-981E68135FAD}" dt="2024-09-14T09:18:16.114" v="284" actId="26606"/>
          <ac:picMkLst>
            <pc:docMk/>
            <pc:sldMk cId="3063842691" sldId="256"/>
            <ac:picMk id="1049" creationId="{3358FCD0-2FAE-4728-A479-6CF4DAA31A99}"/>
          </ac:picMkLst>
        </pc:picChg>
      </pc:sldChg>
      <pc:sldChg chg="addSp delSp modSp new mod setBg">
        <pc:chgData name="Bojja Divya" userId="c65a3ab2a75613f1" providerId="LiveId" clId="{B233C714-1F4B-4A59-B950-981E68135FAD}" dt="2024-09-14T12:06:37.400" v="1631" actId="207"/>
        <pc:sldMkLst>
          <pc:docMk/>
          <pc:sldMk cId="4108721776" sldId="257"/>
        </pc:sldMkLst>
        <pc:spChg chg="mod ord">
          <ac:chgData name="Bojja Divya" userId="c65a3ab2a75613f1" providerId="LiveId" clId="{B233C714-1F4B-4A59-B950-981E68135FAD}" dt="2024-09-14T12:06:22.452" v="1630" actId="207"/>
          <ac:spMkLst>
            <pc:docMk/>
            <pc:sldMk cId="4108721776" sldId="257"/>
            <ac:spMk id="2" creationId="{43EE6C1F-26F8-0529-ED20-D707BA586EE5}"/>
          </ac:spMkLst>
        </pc:spChg>
        <pc:spChg chg="mod">
          <ac:chgData name="Bojja Divya" userId="c65a3ab2a75613f1" providerId="LiveId" clId="{B233C714-1F4B-4A59-B950-981E68135FAD}" dt="2024-09-14T09:42:28.811" v="503" actId="26606"/>
          <ac:spMkLst>
            <pc:docMk/>
            <pc:sldMk cId="4108721776" sldId="257"/>
            <ac:spMk id="3" creationId="{7136078C-71AB-E119-1EB5-0A59D0D98F7E}"/>
          </ac:spMkLst>
        </pc:spChg>
        <pc:spChg chg="add mod">
          <ac:chgData name="Bojja Divya" userId="c65a3ab2a75613f1" providerId="LiveId" clId="{B233C714-1F4B-4A59-B950-981E68135FAD}" dt="2024-09-14T12:06:37.400" v="1631" actId="207"/>
          <ac:spMkLst>
            <pc:docMk/>
            <pc:sldMk cId="4108721776" sldId="257"/>
            <ac:spMk id="4" creationId="{91B6340C-373D-2DF6-1E55-89731074C73B}"/>
          </ac:spMkLst>
        </pc:spChg>
        <pc:spChg chg="add mod">
          <ac:chgData name="Bojja Divya" userId="c65a3ab2a75613f1" providerId="LiveId" clId="{B233C714-1F4B-4A59-B950-981E68135FAD}" dt="2024-09-14T09:42:59.019" v="505" actId="13822"/>
          <ac:spMkLst>
            <pc:docMk/>
            <pc:sldMk cId="4108721776" sldId="257"/>
            <ac:spMk id="7" creationId="{AE330EBB-AAA0-0894-6B5A-4EEA110C02A5}"/>
          </ac:spMkLst>
        </pc:spChg>
        <pc:spChg chg="add del">
          <ac:chgData name="Bojja Divya" userId="c65a3ab2a75613f1" providerId="LiveId" clId="{B233C714-1F4B-4A59-B950-981E68135FAD}" dt="2024-09-14T09:42:28.811" v="503" actId="26606"/>
          <ac:spMkLst>
            <pc:docMk/>
            <pc:sldMk cId="4108721776" sldId="257"/>
            <ac:spMk id="8" creationId="{273E8A9A-DA4B-4F12-9331-219EBE5235D0}"/>
          </ac:spMkLst>
        </pc:spChg>
        <pc:spChg chg="add del">
          <ac:chgData name="Bojja Divya" userId="c65a3ab2a75613f1" providerId="LiveId" clId="{B233C714-1F4B-4A59-B950-981E68135FAD}" dt="2024-09-14T09:42:28.811" v="503" actId="26606"/>
          <ac:spMkLst>
            <pc:docMk/>
            <pc:sldMk cId="4108721776" sldId="257"/>
            <ac:spMk id="12" creationId="{ADD673B7-F6B7-43EE-936B-D09F3A337A3E}"/>
          </ac:spMkLst>
        </pc:spChg>
        <pc:spChg chg="add">
          <ac:chgData name="Bojja Divya" userId="c65a3ab2a75613f1" providerId="LiveId" clId="{B233C714-1F4B-4A59-B950-981E68135FAD}" dt="2024-09-14T09:42:28.811" v="503" actId="26606"/>
          <ac:spMkLst>
            <pc:docMk/>
            <pc:sldMk cId="4108721776" sldId="257"/>
            <ac:spMk id="17" creationId="{B9F44D26-164D-4115-A3EB-758815B80541}"/>
          </ac:spMkLst>
        </pc:spChg>
        <pc:spChg chg="add">
          <ac:chgData name="Bojja Divya" userId="c65a3ab2a75613f1" providerId="LiveId" clId="{B233C714-1F4B-4A59-B950-981E68135FAD}" dt="2024-09-14T09:42:28.811" v="503" actId="26606"/>
          <ac:spMkLst>
            <pc:docMk/>
            <pc:sldMk cId="4108721776" sldId="257"/>
            <ac:spMk id="19" creationId="{48711A1C-F26D-4275-8DEF-FF1363B3877F}"/>
          </ac:spMkLst>
        </pc:spChg>
        <pc:spChg chg="add">
          <ac:chgData name="Bojja Divya" userId="c65a3ab2a75613f1" providerId="LiveId" clId="{B233C714-1F4B-4A59-B950-981E68135FAD}" dt="2024-09-14T09:42:28.811" v="503" actId="26606"/>
          <ac:spMkLst>
            <pc:docMk/>
            <pc:sldMk cId="4108721776" sldId="257"/>
            <ac:spMk id="23" creationId="{FE1724E7-C6C5-482C-8450-124232819043}"/>
          </ac:spMkLst>
        </pc:spChg>
        <pc:spChg chg="add">
          <ac:chgData name="Bojja Divya" userId="c65a3ab2a75613f1" providerId="LiveId" clId="{B233C714-1F4B-4A59-B950-981E68135FAD}" dt="2024-09-14T09:42:28.811" v="503" actId="26606"/>
          <ac:spMkLst>
            <pc:docMk/>
            <pc:sldMk cId="4108721776" sldId="257"/>
            <ac:spMk id="27" creationId="{A94CD497-34AF-43E6-8F93-66C8EA5334F3}"/>
          </ac:spMkLst>
        </pc:spChg>
        <pc:picChg chg="add mod ord">
          <ac:chgData name="Bojja Divya" userId="c65a3ab2a75613f1" providerId="LiveId" clId="{B233C714-1F4B-4A59-B950-981E68135FAD}" dt="2024-09-14T09:43:09.051" v="507" actId="1076"/>
          <ac:picMkLst>
            <pc:docMk/>
            <pc:sldMk cId="4108721776" sldId="257"/>
            <ac:picMk id="6" creationId="{0236FA8F-B62B-7C20-3D7E-E4E9B8D8DD54}"/>
          </ac:picMkLst>
        </pc:picChg>
        <pc:picChg chg="add del">
          <ac:chgData name="Bojja Divya" userId="c65a3ab2a75613f1" providerId="LiveId" clId="{B233C714-1F4B-4A59-B950-981E68135FAD}" dt="2024-09-14T09:42:28.811" v="503" actId="26606"/>
          <ac:picMkLst>
            <pc:docMk/>
            <pc:sldMk cId="4108721776" sldId="257"/>
            <ac:picMk id="10" creationId="{1C4DCE7A-0E46-404B-9E0D-E93DC7B2A861}"/>
          </ac:picMkLst>
        </pc:picChg>
        <pc:picChg chg="add">
          <ac:chgData name="Bojja Divya" userId="c65a3ab2a75613f1" providerId="LiveId" clId="{B233C714-1F4B-4A59-B950-981E68135FAD}" dt="2024-09-14T09:42:28.811" v="503" actId="26606"/>
          <ac:picMkLst>
            <pc:docMk/>
            <pc:sldMk cId="4108721776" sldId="257"/>
            <ac:picMk id="21" creationId="{22E35AEC-772D-4BF7-A7DD-54833D4A8E79}"/>
          </ac:picMkLst>
        </pc:picChg>
        <pc:picChg chg="add">
          <ac:chgData name="Bojja Divya" userId="c65a3ab2a75613f1" providerId="LiveId" clId="{B233C714-1F4B-4A59-B950-981E68135FAD}" dt="2024-09-14T09:42:28.811" v="503" actId="26606"/>
          <ac:picMkLst>
            <pc:docMk/>
            <pc:sldMk cId="4108721776" sldId="257"/>
            <ac:picMk id="25" creationId="{F62372E1-50C7-4922-BD94-4485130CFC6F}"/>
          </ac:picMkLst>
        </pc:picChg>
      </pc:sldChg>
      <pc:sldChg chg="new del">
        <pc:chgData name="Bojja Divya" userId="c65a3ab2a75613f1" providerId="LiveId" clId="{B233C714-1F4B-4A59-B950-981E68135FAD}" dt="2024-09-14T08:59:56.138" v="186" actId="2696"/>
        <pc:sldMkLst>
          <pc:docMk/>
          <pc:sldMk cId="1686422660" sldId="258"/>
        </pc:sldMkLst>
      </pc:sldChg>
      <pc:sldChg chg="addSp delSp modSp new mod setBg delAnim modAnim">
        <pc:chgData name="Bojja Divya" userId="c65a3ab2a75613f1" providerId="LiveId" clId="{B233C714-1F4B-4A59-B950-981E68135FAD}" dt="2024-09-14T11:53:39.381" v="1582"/>
        <pc:sldMkLst>
          <pc:docMk/>
          <pc:sldMk cId="975233162" sldId="259"/>
        </pc:sldMkLst>
        <pc:spChg chg="mod ord">
          <ac:chgData name="Bojja Divya" userId="c65a3ab2a75613f1" providerId="LiveId" clId="{B233C714-1F4B-4A59-B950-981E68135FAD}" dt="2024-09-14T10:14:30.468" v="641" actId="170"/>
          <ac:spMkLst>
            <pc:docMk/>
            <pc:sldMk cId="975233162" sldId="259"/>
            <ac:spMk id="2" creationId="{E7FF7373-3F2B-1711-BE65-3A76FE1D0AF2}"/>
          </ac:spMkLst>
        </pc:spChg>
        <pc:spChg chg="add del mod">
          <ac:chgData name="Bojja Divya" userId="c65a3ab2a75613f1" providerId="LiveId" clId="{B233C714-1F4B-4A59-B950-981E68135FAD}" dt="2024-09-14T09:01:03.343" v="201"/>
          <ac:spMkLst>
            <pc:docMk/>
            <pc:sldMk cId="975233162" sldId="259"/>
            <ac:spMk id="3" creationId="{FD85E937-47E0-3B8A-400E-659FEA50320F}"/>
          </ac:spMkLst>
        </pc:spChg>
        <pc:spChg chg="add mod">
          <ac:chgData name="Bojja Divya" userId="c65a3ab2a75613f1" providerId="LiveId" clId="{B233C714-1F4B-4A59-B950-981E68135FAD}" dt="2024-09-14T09:46:42.069" v="517" actId="207"/>
          <ac:spMkLst>
            <pc:docMk/>
            <pc:sldMk cId="975233162" sldId="259"/>
            <ac:spMk id="4" creationId="{CB5C4C5D-6805-8BF9-2F1C-2568372539BD}"/>
          </ac:spMkLst>
        </pc:spChg>
        <pc:spChg chg="add mod">
          <ac:chgData name="Bojja Divya" userId="c65a3ab2a75613f1" providerId="LiveId" clId="{B233C714-1F4B-4A59-B950-981E68135FAD}" dt="2024-09-14T09:49:40.791" v="527" actId="207"/>
          <ac:spMkLst>
            <pc:docMk/>
            <pc:sldMk cId="975233162" sldId="259"/>
            <ac:spMk id="5" creationId="{2895A74B-BD7D-E5D8-893B-CEC5BAD3B719}"/>
          </ac:spMkLst>
        </pc:spChg>
        <pc:spChg chg="add mod">
          <ac:chgData name="Bojja Divya" userId="c65a3ab2a75613f1" providerId="LiveId" clId="{B233C714-1F4B-4A59-B950-981E68135FAD}" dt="2024-09-14T10:14:39.038" v="642" actId="14100"/>
          <ac:spMkLst>
            <pc:docMk/>
            <pc:sldMk cId="975233162" sldId="259"/>
            <ac:spMk id="7" creationId="{7F460C33-793E-E7A6-2536-ED3273CDC6C0}"/>
          </ac:spMkLst>
        </pc:spChg>
        <pc:picChg chg="add del mod ord">
          <ac:chgData name="Bojja Divya" userId="c65a3ab2a75613f1" providerId="LiveId" clId="{B233C714-1F4B-4A59-B950-981E68135FAD}" dt="2024-09-14T09:59:29.756" v="594" actId="21"/>
          <ac:picMkLst>
            <pc:docMk/>
            <pc:sldMk cId="975233162" sldId="259"/>
            <ac:picMk id="6" creationId="{A0749B4E-590D-8AC2-116C-4AEF1670CF87}"/>
          </ac:picMkLst>
        </pc:picChg>
      </pc:sldChg>
      <pc:sldChg chg="addSp delSp modSp new mod setBg">
        <pc:chgData name="Bojja Divya" userId="c65a3ab2a75613f1" providerId="LiveId" clId="{B233C714-1F4B-4A59-B950-981E68135FAD}" dt="2024-09-14T12:18:00.162" v="1642"/>
        <pc:sldMkLst>
          <pc:docMk/>
          <pc:sldMk cId="1436630501" sldId="260"/>
        </pc:sldMkLst>
        <pc:spChg chg="mod ord">
          <ac:chgData name="Bojja Divya" userId="c65a3ab2a75613f1" providerId="LiveId" clId="{B233C714-1F4B-4A59-B950-981E68135FAD}" dt="2024-09-14T10:13:13.328" v="632" actId="170"/>
          <ac:spMkLst>
            <pc:docMk/>
            <pc:sldMk cId="1436630501" sldId="260"/>
            <ac:spMk id="2" creationId="{65DFBEA0-4CC7-AAC9-4B8E-15004E9117C0}"/>
          </ac:spMkLst>
        </pc:spChg>
        <pc:spChg chg="add del mod">
          <ac:chgData name="Bojja Divya" userId="c65a3ab2a75613f1" providerId="LiveId" clId="{B233C714-1F4B-4A59-B950-981E68135FAD}" dt="2024-09-14T09:07:11.809" v="242"/>
          <ac:spMkLst>
            <pc:docMk/>
            <pc:sldMk cId="1436630501" sldId="260"/>
            <ac:spMk id="3" creationId="{781D95C3-CA5E-CA8D-74D0-27451C80C8E7}"/>
          </ac:spMkLst>
        </pc:spChg>
        <pc:spChg chg="add mod">
          <ac:chgData name="Bojja Divya" userId="c65a3ab2a75613f1" providerId="LiveId" clId="{B233C714-1F4B-4A59-B950-981E68135FAD}" dt="2024-09-14T10:08:29.572" v="620" actId="123"/>
          <ac:spMkLst>
            <pc:docMk/>
            <pc:sldMk cId="1436630501" sldId="260"/>
            <ac:spMk id="4" creationId="{5651A615-1E14-D923-D9AB-030EE2623510}"/>
          </ac:spMkLst>
        </pc:spChg>
        <pc:spChg chg="add mod">
          <ac:chgData name="Bojja Divya" userId="c65a3ab2a75613f1" providerId="LiveId" clId="{B233C714-1F4B-4A59-B950-981E68135FAD}" dt="2024-09-14T10:13:53.541" v="634" actId="14100"/>
          <ac:spMkLst>
            <pc:docMk/>
            <pc:sldMk cId="1436630501" sldId="260"/>
            <ac:spMk id="5" creationId="{986DAA4C-7DE0-4162-E93C-7E6F7B9FDF77}"/>
          </ac:spMkLst>
        </pc:spChg>
      </pc:sldChg>
      <pc:sldChg chg="addSp modSp new mod setBg">
        <pc:chgData name="Bojja Divya" userId="c65a3ab2a75613f1" providerId="LiveId" clId="{B233C714-1F4B-4A59-B950-981E68135FAD}" dt="2024-09-14T11:58:37.097" v="1592" actId="14100"/>
        <pc:sldMkLst>
          <pc:docMk/>
          <pc:sldMk cId="986803446" sldId="261"/>
        </pc:sldMkLst>
        <pc:spChg chg="mod">
          <ac:chgData name="Bojja Divya" userId="c65a3ab2a75613f1" providerId="LiveId" clId="{B233C714-1F4B-4A59-B950-981E68135FAD}" dt="2024-09-14T10:16:55.940" v="686" actId="122"/>
          <ac:spMkLst>
            <pc:docMk/>
            <pc:sldMk cId="986803446" sldId="261"/>
            <ac:spMk id="2" creationId="{A9D1B767-028C-B82C-16A3-E9DF1A2A3A11}"/>
          </ac:spMkLst>
        </pc:spChg>
        <pc:spChg chg="add mod">
          <ac:chgData name="Bojja Divya" userId="c65a3ab2a75613f1" providerId="LiveId" clId="{B233C714-1F4B-4A59-B950-981E68135FAD}" dt="2024-09-14T10:18:49.484" v="693" actId="123"/>
          <ac:spMkLst>
            <pc:docMk/>
            <pc:sldMk cId="986803446" sldId="261"/>
            <ac:spMk id="3" creationId="{F6FAC6F2-94E5-B3F1-D58F-96FD978F07EB}"/>
          </ac:spMkLst>
        </pc:spChg>
        <pc:spChg chg="add mod ord">
          <ac:chgData name="Bojja Divya" userId="c65a3ab2a75613f1" providerId="LiveId" clId="{B233C714-1F4B-4A59-B950-981E68135FAD}" dt="2024-09-14T11:58:37.097" v="1592" actId="14100"/>
          <ac:spMkLst>
            <pc:docMk/>
            <pc:sldMk cId="986803446" sldId="261"/>
            <ac:spMk id="4" creationId="{DBECE3D7-9357-2458-20F6-54B0128E96C3}"/>
          </ac:spMkLst>
        </pc:spChg>
      </pc:sldChg>
      <pc:sldChg chg="addSp delSp modSp new mod setBg">
        <pc:chgData name="Bojja Divya" userId="c65a3ab2a75613f1" providerId="LiveId" clId="{B233C714-1F4B-4A59-B950-981E68135FAD}" dt="2024-09-14T12:04:23.802" v="1626" actId="14100"/>
        <pc:sldMkLst>
          <pc:docMk/>
          <pc:sldMk cId="3998767185" sldId="262"/>
        </pc:sldMkLst>
        <pc:spChg chg="mod">
          <ac:chgData name="Bojja Divya" userId="c65a3ab2a75613f1" providerId="LiveId" clId="{B233C714-1F4B-4A59-B950-981E68135FAD}" dt="2024-09-14T10:52:32.049" v="857" actId="26606"/>
          <ac:spMkLst>
            <pc:docMk/>
            <pc:sldMk cId="3998767185" sldId="262"/>
            <ac:spMk id="2" creationId="{6C9CEC37-B92C-ED93-EE33-8283A0F351B5}"/>
          </ac:spMkLst>
        </pc:spChg>
        <pc:spChg chg="add mod">
          <ac:chgData name="Bojja Divya" userId="c65a3ab2a75613f1" providerId="LiveId" clId="{B233C714-1F4B-4A59-B950-981E68135FAD}" dt="2024-09-14T10:52:32.049" v="857" actId="26606"/>
          <ac:spMkLst>
            <pc:docMk/>
            <pc:sldMk cId="3998767185" sldId="262"/>
            <ac:spMk id="3" creationId="{6A818AB5-4193-C41B-4DB0-F0F84FBBE560}"/>
          </ac:spMkLst>
        </pc:spChg>
        <pc:spChg chg="add del mod">
          <ac:chgData name="Bojja Divya" userId="c65a3ab2a75613f1" providerId="LiveId" clId="{B233C714-1F4B-4A59-B950-981E68135FAD}" dt="2024-09-14T10:50:09.555" v="832" actId="11529"/>
          <ac:spMkLst>
            <pc:docMk/>
            <pc:sldMk cId="3998767185" sldId="262"/>
            <ac:spMk id="6" creationId="{E12758E1-E1F2-51C4-66BD-EC5A1D11F6D3}"/>
          </ac:spMkLst>
        </pc:spChg>
        <pc:spChg chg="add del mod">
          <ac:chgData name="Bojja Divya" userId="c65a3ab2a75613f1" providerId="LiveId" clId="{B233C714-1F4B-4A59-B950-981E68135FAD}" dt="2024-09-14T10:50:05.251" v="830" actId="11529"/>
          <ac:spMkLst>
            <pc:docMk/>
            <pc:sldMk cId="3998767185" sldId="262"/>
            <ac:spMk id="7" creationId="{D11BD052-DB91-94E7-295E-E6F862800591}"/>
          </ac:spMkLst>
        </pc:spChg>
        <pc:spChg chg="add del mod">
          <ac:chgData name="Bojja Divya" userId="c65a3ab2a75613f1" providerId="LiveId" clId="{B233C714-1F4B-4A59-B950-981E68135FAD}" dt="2024-09-14T10:50:04.582" v="828" actId="11529"/>
          <ac:spMkLst>
            <pc:docMk/>
            <pc:sldMk cId="3998767185" sldId="262"/>
            <ac:spMk id="8" creationId="{C1A92851-4987-F1A8-0E79-CE4BC667ED9A}"/>
          </ac:spMkLst>
        </pc:spChg>
        <pc:spChg chg="add del mod">
          <ac:chgData name="Bojja Divya" userId="c65a3ab2a75613f1" providerId="LiveId" clId="{B233C714-1F4B-4A59-B950-981E68135FAD}" dt="2024-09-14T10:50:04.094" v="826" actId="11529"/>
          <ac:spMkLst>
            <pc:docMk/>
            <pc:sldMk cId="3998767185" sldId="262"/>
            <ac:spMk id="9" creationId="{A22A1F1F-12D8-DFA4-4E04-21A255B4EC45}"/>
          </ac:spMkLst>
        </pc:spChg>
        <pc:spChg chg="add del mod">
          <ac:chgData name="Bojja Divya" userId="c65a3ab2a75613f1" providerId="LiveId" clId="{B233C714-1F4B-4A59-B950-981E68135FAD}" dt="2024-09-14T10:50:03.514" v="823" actId="11529"/>
          <ac:spMkLst>
            <pc:docMk/>
            <pc:sldMk cId="3998767185" sldId="262"/>
            <ac:spMk id="11" creationId="{FACB5BF2-F912-3567-A5B6-31B718C583DA}"/>
          </ac:spMkLst>
        </pc:spChg>
        <pc:spChg chg="add del mod ord">
          <ac:chgData name="Bojja Divya" userId="c65a3ab2a75613f1" providerId="LiveId" clId="{B233C714-1F4B-4A59-B950-981E68135FAD}" dt="2024-09-14T10:51:27.966" v="844" actId="11529"/>
          <ac:spMkLst>
            <pc:docMk/>
            <pc:sldMk cId="3998767185" sldId="262"/>
            <ac:spMk id="13" creationId="{CE73375D-61AB-D6FA-2FFD-9B2EB812827A}"/>
          </ac:spMkLst>
        </pc:spChg>
        <pc:spChg chg="add mod ord">
          <ac:chgData name="Bojja Divya" userId="c65a3ab2a75613f1" providerId="LiveId" clId="{B233C714-1F4B-4A59-B950-981E68135FAD}" dt="2024-09-14T12:04:23.802" v="1626" actId="14100"/>
          <ac:spMkLst>
            <pc:docMk/>
            <pc:sldMk cId="3998767185" sldId="262"/>
            <ac:spMk id="15" creationId="{6CF26260-FAD3-BF64-D7E4-0BB536A12D38}"/>
          </ac:spMkLst>
        </pc:spChg>
        <pc:spChg chg="add del">
          <ac:chgData name="Bojja Divya" userId="c65a3ab2a75613f1" providerId="LiveId" clId="{B233C714-1F4B-4A59-B950-981E68135FAD}" dt="2024-09-14T10:45:07.266" v="797" actId="26606"/>
          <ac:spMkLst>
            <pc:docMk/>
            <pc:sldMk cId="3998767185" sldId="262"/>
            <ac:spMk id="16" creationId="{57106897-5698-42C9-9432-E00E8AE43863}"/>
          </ac:spMkLst>
        </pc:spChg>
        <pc:spChg chg="add del">
          <ac:chgData name="Bojja Divya" userId="c65a3ab2a75613f1" providerId="LiveId" clId="{B233C714-1F4B-4A59-B950-981E68135FAD}" dt="2024-09-14T10:45:07.266" v="797" actId="26606"/>
          <ac:spMkLst>
            <pc:docMk/>
            <pc:sldMk cId="3998767185" sldId="262"/>
            <ac:spMk id="18" creationId="{628F7A47-08B1-40A2-A8A0-C8EFBF5FB954}"/>
          </ac:spMkLst>
        </pc:spChg>
        <pc:spChg chg="add del">
          <ac:chgData name="Bojja Divya" userId="c65a3ab2a75613f1" providerId="LiveId" clId="{B233C714-1F4B-4A59-B950-981E68135FAD}" dt="2024-09-14T10:45:22.557" v="799" actId="26606"/>
          <ac:spMkLst>
            <pc:docMk/>
            <pc:sldMk cId="3998767185" sldId="262"/>
            <ac:spMk id="20" creationId="{4AB69011-4C4F-4A3D-89F4-12684247ACE9}"/>
          </ac:spMkLst>
        </pc:spChg>
        <pc:spChg chg="add del">
          <ac:chgData name="Bojja Divya" userId="c65a3ab2a75613f1" providerId="LiveId" clId="{B233C714-1F4B-4A59-B950-981E68135FAD}" dt="2024-09-14T10:45:22.557" v="799" actId="26606"/>
          <ac:spMkLst>
            <pc:docMk/>
            <pc:sldMk cId="3998767185" sldId="262"/>
            <ac:spMk id="24" creationId="{49CBBE2A-2397-4277-BABF-B4F0F9ED006A}"/>
          </ac:spMkLst>
        </pc:spChg>
        <pc:spChg chg="add del">
          <ac:chgData name="Bojja Divya" userId="c65a3ab2a75613f1" providerId="LiveId" clId="{B233C714-1F4B-4A59-B950-981E68135FAD}" dt="2024-09-14T10:45:22.557" v="799" actId="26606"/>
          <ac:spMkLst>
            <pc:docMk/>
            <pc:sldMk cId="3998767185" sldId="262"/>
            <ac:spMk id="26" creationId="{928220EF-17E2-4A4B-A78D-782A00DCB878}"/>
          </ac:spMkLst>
        </pc:spChg>
        <pc:spChg chg="add del">
          <ac:chgData name="Bojja Divya" userId="c65a3ab2a75613f1" providerId="LiveId" clId="{B233C714-1F4B-4A59-B950-981E68135FAD}" dt="2024-09-14T10:45:22.557" v="799" actId="26606"/>
          <ac:spMkLst>
            <pc:docMk/>
            <pc:sldMk cId="3998767185" sldId="262"/>
            <ac:spMk id="27" creationId="{1CE2A0D4-E8E2-468E-87E5-88D61B24A915}"/>
          </ac:spMkLst>
        </pc:spChg>
        <pc:spChg chg="add del">
          <ac:chgData name="Bojja Divya" userId="c65a3ab2a75613f1" providerId="LiveId" clId="{B233C714-1F4B-4A59-B950-981E68135FAD}" dt="2024-09-14T10:45:22.557" v="799" actId="26606"/>
          <ac:spMkLst>
            <pc:docMk/>
            <pc:sldMk cId="3998767185" sldId="262"/>
            <ac:spMk id="29" creationId="{A8530258-30B8-4334-9A8E-FD7AD2323F00}"/>
          </ac:spMkLst>
        </pc:spChg>
        <pc:spChg chg="add del">
          <ac:chgData name="Bojja Divya" userId="c65a3ab2a75613f1" providerId="LiveId" clId="{B233C714-1F4B-4A59-B950-981E68135FAD}" dt="2024-09-14T10:45:22.557" v="799" actId="26606"/>
          <ac:spMkLst>
            <pc:docMk/>
            <pc:sldMk cId="3998767185" sldId="262"/>
            <ac:spMk id="30" creationId="{52327C65-34C5-43DB-9906-19F95E3E6CF8}"/>
          </ac:spMkLst>
        </pc:spChg>
        <pc:spChg chg="add del">
          <ac:chgData name="Bojja Divya" userId="c65a3ab2a75613f1" providerId="LiveId" clId="{B233C714-1F4B-4A59-B950-981E68135FAD}" dt="2024-09-14T10:52:32.049" v="857" actId="26606"/>
          <ac:spMkLst>
            <pc:docMk/>
            <pc:sldMk cId="3998767185" sldId="262"/>
            <ac:spMk id="35" creationId="{1CE2A0D4-E8E2-468E-87E5-88D61B24A915}"/>
          </ac:spMkLst>
        </pc:spChg>
        <pc:spChg chg="add del">
          <ac:chgData name="Bojja Divya" userId="c65a3ab2a75613f1" providerId="LiveId" clId="{B233C714-1F4B-4A59-B950-981E68135FAD}" dt="2024-09-14T10:52:32.049" v="857" actId="26606"/>
          <ac:spMkLst>
            <pc:docMk/>
            <pc:sldMk cId="3998767185" sldId="262"/>
            <ac:spMk id="36" creationId="{A8530258-30B8-4334-9A8E-FD7AD2323F00}"/>
          </ac:spMkLst>
        </pc:spChg>
        <pc:spChg chg="add del">
          <ac:chgData name="Bojja Divya" userId="c65a3ab2a75613f1" providerId="LiveId" clId="{B233C714-1F4B-4A59-B950-981E68135FAD}" dt="2024-09-14T10:52:32.049" v="857" actId="26606"/>
          <ac:spMkLst>
            <pc:docMk/>
            <pc:sldMk cId="3998767185" sldId="262"/>
            <ac:spMk id="37" creationId="{6F220A40-4B18-420B-95D0-FE08147D061B}"/>
          </ac:spMkLst>
        </pc:spChg>
        <pc:spChg chg="add del">
          <ac:chgData name="Bojja Divya" userId="c65a3ab2a75613f1" providerId="LiveId" clId="{B233C714-1F4B-4A59-B950-981E68135FAD}" dt="2024-09-14T10:52:32.049" v="857" actId="26606"/>
          <ac:spMkLst>
            <pc:docMk/>
            <pc:sldMk cId="3998767185" sldId="262"/>
            <ac:spMk id="39" creationId="{7D09F9FB-7397-4B6E-88E4-AD0749C1C375}"/>
          </ac:spMkLst>
        </pc:spChg>
        <pc:spChg chg="add del">
          <ac:chgData name="Bojja Divya" userId="c65a3ab2a75613f1" providerId="LiveId" clId="{B233C714-1F4B-4A59-B950-981E68135FAD}" dt="2024-09-14T10:52:32.049" v="857" actId="26606"/>
          <ac:spMkLst>
            <pc:docMk/>
            <pc:sldMk cId="3998767185" sldId="262"/>
            <ac:spMk id="40" creationId="{B59C2762-8840-40B6-9A31-43E08C87E70A}"/>
          </ac:spMkLst>
        </pc:spChg>
        <pc:spChg chg="add del">
          <ac:chgData name="Bojja Divya" userId="c65a3ab2a75613f1" providerId="LiveId" clId="{B233C714-1F4B-4A59-B950-981E68135FAD}" dt="2024-09-14T10:52:32.049" v="857" actId="26606"/>
          <ac:spMkLst>
            <pc:docMk/>
            <pc:sldMk cId="3998767185" sldId="262"/>
            <ac:spMk id="42" creationId="{186EB63A-BAD8-44C1-8D44-73BE908A1D7D}"/>
          </ac:spMkLst>
        </pc:spChg>
        <pc:spChg chg="add del">
          <ac:chgData name="Bojja Divya" userId="c65a3ab2a75613f1" providerId="LiveId" clId="{B233C714-1F4B-4A59-B950-981E68135FAD}" dt="2024-09-14T10:51:59.059" v="846" actId="26606"/>
          <ac:spMkLst>
            <pc:docMk/>
            <pc:sldMk cId="3998767185" sldId="262"/>
            <ac:spMk id="53" creationId="{57106897-5698-42C9-9432-E00E8AE43863}"/>
          </ac:spMkLst>
        </pc:spChg>
        <pc:spChg chg="add del">
          <ac:chgData name="Bojja Divya" userId="c65a3ab2a75613f1" providerId="LiveId" clId="{B233C714-1F4B-4A59-B950-981E68135FAD}" dt="2024-09-14T10:51:59.059" v="846" actId="26606"/>
          <ac:spMkLst>
            <pc:docMk/>
            <pc:sldMk cId="3998767185" sldId="262"/>
            <ac:spMk id="55" creationId="{628F7A47-08B1-40A2-A8A0-C8EFBF5FB954}"/>
          </ac:spMkLst>
        </pc:spChg>
        <pc:spChg chg="add del">
          <ac:chgData name="Bojja Divya" userId="c65a3ab2a75613f1" providerId="LiveId" clId="{B233C714-1F4B-4A59-B950-981E68135FAD}" dt="2024-09-14T10:51:59.059" v="846" actId="26606"/>
          <ac:spMkLst>
            <pc:docMk/>
            <pc:sldMk cId="3998767185" sldId="262"/>
            <ac:spMk id="61" creationId="{41112081-DA8A-4C6A-9A72-C8A3F5BAB8AF}"/>
          </ac:spMkLst>
        </pc:spChg>
        <pc:spChg chg="add del">
          <ac:chgData name="Bojja Divya" userId="c65a3ab2a75613f1" providerId="LiveId" clId="{B233C714-1F4B-4A59-B950-981E68135FAD}" dt="2024-09-14T10:52:03.793" v="848" actId="26606"/>
          <ac:spMkLst>
            <pc:docMk/>
            <pc:sldMk cId="3998767185" sldId="262"/>
            <ac:spMk id="68" creationId="{57106897-5698-42C9-9432-E00E8AE43863}"/>
          </ac:spMkLst>
        </pc:spChg>
        <pc:spChg chg="add del">
          <ac:chgData name="Bojja Divya" userId="c65a3ab2a75613f1" providerId="LiveId" clId="{B233C714-1F4B-4A59-B950-981E68135FAD}" dt="2024-09-14T10:52:03.793" v="848" actId="26606"/>
          <ac:spMkLst>
            <pc:docMk/>
            <pc:sldMk cId="3998767185" sldId="262"/>
            <ac:spMk id="69" creationId="{628F7A47-08B1-40A2-A8A0-C8EFBF5FB954}"/>
          </ac:spMkLst>
        </pc:spChg>
        <pc:spChg chg="add del">
          <ac:chgData name="Bojja Divya" userId="c65a3ab2a75613f1" providerId="LiveId" clId="{B233C714-1F4B-4A59-B950-981E68135FAD}" dt="2024-09-14T10:52:24.904" v="850" actId="26606"/>
          <ac:spMkLst>
            <pc:docMk/>
            <pc:sldMk cId="3998767185" sldId="262"/>
            <ac:spMk id="74" creationId="{1CE2A0D4-E8E2-468E-87E5-88D61B24A915}"/>
          </ac:spMkLst>
        </pc:spChg>
        <pc:spChg chg="add del">
          <ac:chgData name="Bojja Divya" userId="c65a3ab2a75613f1" providerId="LiveId" clId="{B233C714-1F4B-4A59-B950-981E68135FAD}" dt="2024-09-14T10:52:24.904" v="850" actId="26606"/>
          <ac:spMkLst>
            <pc:docMk/>
            <pc:sldMk cId="3998767185" sldId="262"/>
            <ac:spMk id="75" creationId="{A8530258-30B8-4334-9A8E-FD7AD2323F00}"/>
          </ac:spMkLst>
        </pc:spChg>
        <pc:spChg chg="add del">
          <ac:chgData name="Bojja Divya" userId="c65a3ab2a75613f1" providerId="LiveId" clId="{B233C714-1F4B-4A59-B950-981E68135FAD}" dt="2024-09-14T10:52:24.904" v="850" actId="26606"/>
          <ac:spMkLst>
            <pc:docMk/>
            <pc:sldMk cId="3998767185" sldId="262"/>
            <ac:spMk id="76" creationId="{72B9C142-459A-45F1-9E87-0DE4F76DC35E}"/>
          </ac:spMkLst>
        </pc:spChg>
        <pc:spChg chg="add del">
          <ac:chgData name="Bojja Divya" userId="c65a3ab2a75613f1" providerId="LiveId" clId="{B233C714-1F4B-4A59-B950-981E68135FAD}" dt="2024-09-14T10:52:24.904" v="850" actId="26606"/>
          <ac:spMkLst>
            <pc:docMk/>
            <pc:sldMk cId="3998767185" sldId="262"/>
            <ac:spMk id="77" creationId="{E72C6208-222C-4F12-A931-F9679C4AD94B}"/>
          </ac:spMkLst>
        </pc:spChg>
        <pc:spChg chg="add del">
          <ac:chgData name="Bojja Divya" userId="c65a3ab2a75613f1" providerId="LiveId" clId="{B233C714-1F4B-4A59-B950-981E68135FAD}" dt="2024-09-14T10:52:24.904" v="850" actId="26606"/>
          <ac:spMkLst>
            <pc:docMk/>
            <pc:sldMk cId="3998767185" sldId="262"/>
            <ac:spMk id="78" creationId="{6AECF4AC-7938-4D2D-B9B9-96F4759E3E14}"/>
          </ac:spMkLst>
        </pc:spChg>
        <pc:grpChg chg="add del">
          <ac:chgData name="Bojja Divya" userId="c65a3ab2a75613f1" providerId="LiveId" clId="{B233C714-1F4B-4A59-B950-981E68135FAD}" dt="2024-09-14T10:51:59.059" v="846" actId="26606"/>
          <ac:grpSpMkLst>
            <pc:docMk/>
            <pc:sldMk cId="3998767185" sldId="262"/>
            <ac:grpSpMk id="57" creationId="{75736838-D5E9-4567-9B65-9C15C33781E2}"/>
          </ac:grpSpMkLst>
        </pc:grpChg>
        <pc:picChg chg="add del mod ord">
          <ac:chgData name="Bojja Divya" userId="c65a3ab2a75613f1" providerId="LiveId" clId="{B233C714-1F4B-4A59-B950-981E68135FAD}" dt="2024-09-14T10:52:35.467" v="858" actId="21"/>
          <ac:picMkLst>
            <pc:docMk/>
            <pc:sldMk cId="3998767185" sldId="262"/>
            <ac:picMk id="5" creationId="{8C03D2F5-EACF-C99C-FF16-6B73E691A0C0}"/>
          </ac:picMkLst>
        </pc:picChg>
        <pc:picChg chg="add del">
          <ac:chgData name="Bojja Divya" userId="c65a3ab2a75613f1" providerId="LiveId" clId="{B233C714-1F4B-4A59-B950-981E68135FAD}" dt="2024-09-14T10:45:07.266" v="797" actId="26606"/>
          <ac:picMkLst>
            <pc:docMk/>
            <pc:sldMk cId="3998767185" sldId="262"/>
            <ac:picMk id="10" creationId="{109C3D3C-5E00-40BE-B0F8-64783FF19E09}"/>
          </ac:picMkLst>
        </pc:picChg>
        <pc:picChg chg="add del">
          <ac:chgData name="Bojja Divya" userId="c65a3ab2a75613f1" providerId="LiveId" clId="{B233C714-1F4B-4A59-B950-981E68135FAD}" dt="2024-09-14T10:45:07.266" v="797" actId="26606"/>
          <ac:picMkLst>
            <pc:docMk/>
            <pc:sldMk cId="3998767185" sldId="262"/>
            <ac:picMk id="12" creationId="{E8FDAB8E-B415-49B0-9EE0-B6C3A756352A}"/>
          </ac:picMkLst>
        </pc:picChg>
        <pc:picChg chg="add del">
          <ac:chgData name="Bojja Divya" userId="c65a3ab2a75613f1" providerId="LiveId" clId="{B233C714-1F4B-4A59-B950-981E68135FAD}" dt="2024-09-14T10:45:07.266" v="797" actId="26606"/>
          <ac:picMkLst>
            <pc:docMk/>
            <pc:sldMk cId="3998767185" sldId="262"/>
            <ac:picMk id="14" creationId="{CBF888DA-BF80-49E1-9FB0-DFBAC7AE4B84}"/>
          </ac:picMkLst>
        </pc:picChg>
        <pc:picChg chg="add del">
          <ac:chgData name="Bojja Divya" userId="c65a3ab2a75613f1" providerId="LiveId" clId="{B233C714-1F4B-4A59-B950-981E68135FAD}" dt="2024-09-14T10:45:22.557" v="799" actId="26606"/>
          <ac:picMkLst>
            <pc:docMk/>
            <pc:sldMk cId="3998767185" sldId="262"/>
            <ac:picMk id="21" creationId="{05916DBF-29BF-49BC-864D-B509C0E9F9A9}"/>
          </ac:picMkLst>
        </pc:picChg>
        <pc:picChg chg="add del">
          <ac:chgData name="Bojja Divya" userId="c65a3ab2a75613f1" providerId="LiveId" clId="{B233C714-1F4B-4A59-B950-981E68135FAD}" dt="2024-09-14T10:45:22.557" v="799" actId="26606"/>
          <ac:picMkLst>
            <pc:docMk/>
            <pc:sldMk cId="3998767185" sldId="262"/>
            <ac:picMk id="22" creationId="{0D7B04F2-E023-4AA1-917E-8B37BCB49677}"/>
          </ac:picMkLst>
        </pc:picChg>
        <pc:picChg chg="add del">
          <ac:chgData name="Bojja Divya" userId="c65a3ab2a75613f1" providerId="LiveId" clId="{B233C714-1F4B-4A59-B950-981E68135FAD}" dt="2024-09-14T10:45:22.557" v="799" actId="26606"/>
          <ac:picMkLst>
            <pc:docMk/>
            <pc:sldMk cId="3998767185" sldId="262"/>
            <ac:picMk id="23" creationId="{8BAA1C78-8552-4CEE-9A2C-D65F2B95140E}"/>
          </ac:picMkLst>
        </pc:picChg>
        <pc:picChg chg="add del">
          <ac:chgData name="Bojja Divya" userId="c65a3ab2a75613f1" providerId="LiveId" clId="{B233C714-1F4B-4A59-B950-981E68135FAD}" dt="2024-09-14T10:45:22.557" v="799" actId="26606"/>
          <ac:picMkLst>
            <pc:docMk/>
            <pc:sldMk cId="3998767185" sldId="262"/>
            <ac:picMk id="25" creationId="{B679451A-81B4-4425-B9C2-4DAA69272BB5}"/>
          </ac:picMkLst>
        </pc:picChg>
        <pc:picChg chg="add del">
          <ac:chgData name="Bojja Divya" userId="c65a3ab2a75613f1" providerId="LiveId" clId="{B233C714-1F4B-4A59-B950-981E68135FAD}" dt="2024-09-14T10:45:22.557" v="799" actId="26606"/>
          <ac:picMkLst>
            <pc:docMk/>
            <pc:sldMk cId="3998767185" sldId="262"/>
            <ac:picMk id="28" creationId="{7D93EE99-97F4-455F-8AFC-5119B1B4ED4D}"/>
          </ac:picMkLst>
        </pc:picChg>
        <pc:picChg chg="add del">
          <ac:chgData name="Bojja Divya" userId="c65a3ab2a75613f1" providerId="LiveId" clId="{B233C714-1F4B-4A59-B950-981E68135FAD}" dt="2024-09-14T10:52:32.049" v="857" actId="26606"/>
          <ac:picMkLst>
            <pc:docMk/>
            <pc:sldMk cId="3998767185" sldId="262"/>
            <ac:picMk id="32" creationId="{05916DBF-29BF-49BC-864D-B509C0E9F9A9}"/>
          </ac:picMkLst>
        </pc:picChg>
        <pc:picChg chg="add del">
          <ac:chgData name="Bojja Divya" userId="c65a3ab2a75613f1" providerId="LiveId" clId="{B233C714-1F4B-4A59-B950-981E68135FAD}" dt="2024-09-14T10:52:32.049" v="857" actId="26606"/>
          <ac:picMkLst>
            <pc:docMk/>
            <pc:sldMk cId="3998767185" sldId="262"/>
            <ac:picMk id="33" creationId="{8BAA1C78-8552-4CEE-9A2C-D65F2B95140E}"/>
          </ac:picMkLst>
        </pc:picChg>
        <pc:picChg chg="add del">
          <ac:chgData name="Bojja Divya" userId="c65a3ab2a75613f1" providerId="LiveId" clId="{B233C714-1F4B-4A59-B950-981E68135FAD}" dt="2024-09-14T10:52:32.049" v="857" actId="26606"/>
          <ac:picMkLst>
            <pc:docMk/>
            <pc:sldMk cId="3998767185" sldId="262"/>
            <ac:picMk id="34" creationId="{B679451A-81B4-4425-B9C2-4DAA69272BB5}"/>
          </ac:picMkLst>
        </pc:picChg>
        <pc:picChg chg="add del">
          <ac:chgData name="Bojja Divya" userId="c65a3ab2a75613f1" providerId="LiveId" clId="{B233C714-1F4B-4A59-B950-981E68135FAD}" dt="2024-09-14T10:52:32.049" v="857" actId="26606"/>
          <ac:picMkLst>
            <pc:docMk/>
            <pc:sldMk cId="3998767185" sldId="262"/>
            <ac:picMk id="38" creationId="{12A558B5-FAB6-4B49-A2BC-116B5A7A8291}"/>
          </ac:picMkLst>
        </pc:picChg>
        <pc:picChg chg="add del">
          <ac:chgData name="Bojja Divya" userId="c65a3ab2a75613f1" providerId="LiveId" clId="{B233C714-1F4B-4A59-B950-981E68135FAD}" dt="2024-09-14T10:52:32.049" v="857" actId="26606"/>
          <ac:picMkLst>
            <pc:docMk/>
            <pc:sldMk cId="3998767185" sldId="262"/>
            <ac:picMk id="41" creationId="{4F4A7334-645F-4132-929A-EA1A55ACE107}"/>
          </ac:picMkLst>
        </pc:picChg>
        <pc:picChg chg="add del">
          <ac:chgData name="Bojja Divya" userId="c65a3ab2a75613f1" providerId="LiveId" clId="{B233C714-1F4B-4A59-B950-981E68135FAD}" dt="2024-09-14T10:51:59.059" v="846" actId="26606"/>
          <ac:picMkLst>
            <pc:docMk/>
            <pc:sldMk cId="3998767185" sldId="262"/>
            <ac:picMk id="47" creationId="{109C3D3C-5E00-40BE-B0F8-64783FF19E09}"/>
          </ac:picMkLst>
        </pc:picChg>
        <pc:picChg chg="add del">
          <ac:chgData name="Bojja Divya" userId="c65a3ab2a75613f1" providerId="LiveId" clId="{B233C714-1F4B-4A59-B950-981E68135FAD}" dt="2024-09-14T10:51:59.059" v="846" actId="26606"/>
          <ac:picMkLst>
            <pc:docMk/>
            <pc:sldMk cId="3998767185" sldId="262"/>
            <ac:picMk id="49" creationId="{E8FDAB8E-B415-49B0-9EE0-B6C3A756352A}"/>
          </ac:picMkLst>
        </pc:picChg>
        <pc:picChg chg="add del">
          <ac:chgData name="Bojja Divya" userId="c65a3ab2a75613f1" providerId="LiveId" clId="{B233C714-1F4B-4A59-B950-981E68135FAD}" dt="2024-09-14T10:51:59.059" v="846" actId="26606"/>
          <ac:picMkLst>
            <pc:docMk/>
            <pc:sldMk cId="3998767185" sldId="262"/>
            <ac:picMk id="51" creationId="{CBF888DA-BF80-49E1-9FB0-DFBAC7AE4B84}"/>
          </ac:picMkLst>
        </pc:picChg>
        <pc:picChg chg="add del">
          <ac:chgData name="Bojja Divya" userId="c65a3ab2a75613f1" providerId="LiveId" clId="{B233C714-1F4B-4A59-B950-981E68135FAD}" dt="2024-09-14T10:52:24.904" v="850" actId="26606"/>
          <ac:picMkLst>
            <pc:docMk/>
            <pc:sldMk cId="3998767185" sldId="262"/>
            <ac:picMk id="59" creationId="{6B286538-0E8E-4225-B3E3-B8EF6E16FDD2}"/>
          </ac:picMkLst>
        </pc:picChg>
        <pc:picChg chg="add del">
          <ac:chgData name="Bojja Divya" userId="c65a3ab2a75613f1" providerId="LiveId" clId="{B233C714-1F4B-4A59-B950-981E68135FAD}" dt="2024-09-14T10:51:59.059" v="846" actId="26606"/>
          <ac:picMkLst>
            <pc:docMk/>
            <pc:sldMk cId="3998767185" sldId="262"/>
            <ac:picMk id="63" creationId="{540D8A0F-AC3D-465E-88F5-CB7C7CF10E76}"/>
          </ac:picMkLst>
        </pc:picChg>
        <pc:picChg chg="add del">
          <ac:chgData name="Bojja Divya" userId="c65a3ab2a75613f1" providerId="LiveId" clId="{B233C714-1F4B-4A59-B950-981E68135FAD}" dt="2024-09-14T10:52:03.793" v="848" actId="26606"/>
          <ac:picMkLst>
            <pc:docMk/>
            <pc:sldMk cId="3998767185" sldId="262"/>
            <ac:picMk id="65" creationId="{109C3D3C-5E00-40BE-B0F8-64783FF19E09}"/>
          </ac:picMkLst>
        </pc:picChg>
        <pc:picChg chg="add del">
          <ac:chgData name="Bojja Divya" userId="c65a3ab2a75613f1" providerId="LiveId" clId="{B233C714-1F4B-4A59-B950-981E68135FAD}" dt="2024-09-14T10:52:03.793" v="848" actId="26606"/>
          <ac:picMkLst>
            <pc:docMk/>
            <pc:sldMk cId="3998767185" sldId="262"/>
            <ac:picMk id="66" creationId="{E8FDAB8E-B415-49B0-9EE0-B6C3A756352A}"/>
          </ac:picMkLst>
        </pc:picChg>
        <pc:picChg chg="add del">
          <ac:chgData name="Bojja Divya" userId="c65a3ab2a75613f1" providerId="LiveId" clId="{B233C714-1F4B-4A59-B950-981E68135FAD}" dt="2024-09-14T10:52:03.793" v="848" actId="26606"/>
          <ac:picMkLst>
            <pc:docMk/>
            <pc:sldMk cId="3998767185" sldId="262"/>
            <ac:picMk id="67" creationId="{CBF888DA-BF80-49E1-9FB0-DFBAC7AE4B84}"/>
          </ac:picMkLst>
        </pc:picChg>
        <pc:picChg chg="add del">
          <ac:chgData name="Bojja Divya" userId="c65a3ab2a75613f1" providerId="LiveId" clId="{B233C714-1F4B-4A59-B950-981E68135FAD}" dt="2024-09-14T10:52:24.904" v="850" actId="26606"/>
          <ac:picMkLst>
            <pc:docMk/>
            <pc:sldMk cId="3998767185" sldId="262"/>
            <ac:picMk id="71" creationId="{05916DBF-29BF-49BC-864D-B509C0E9F9A9}"/>
          </ac:picMkLst>
        </pc:picChg>
        <pc:picChg chg="add del">
          <ac:chgData name="Bojja Divya" userId="c65a3ab2a75613f1" providerId="LiveId" clId="{B233C714-1F4B-4A59-B950-981E68135FAD}" dt="2024-09-14T10:52:24.904" v="850" actId="26606"/>
          <ac:picMkLst>
            <pc:docMk/>
            <pc:sldMk cId="3998767185" sldId="262"/>
            <ac:picMk id="72" creationId="{8BAA1C78-8552-4CEE-9A2C-D65F2B95140E}"/>
          </ac:picMkLst>
        </pc:picChg>
        <pc:picChg chg="add del">
          <ac:chgData name="Bojja Divya" userId="c65a3ab2a75613f1" providerId="LiveId" clId="{B233C714-1F4B-4A59-B950-981E68135FAD}" dt="2024-09-14T10:52:24.904" v="850" actId="26606"/>
          <ac:picMkLst>
            <pc:docMk/>
            <pc:sldMk cId="3998767185" sldId="262"/>
            <ac:picMk id="73" creationId="{B679451A-81B4-4425-B9C2-4DAA69272BB5}"/>
          </ac:picMkLst>
        </pc:picChg>
        <pc:picChg chg="add del">
          <ac:chgData name="Bojja Divya" userId="c65a3ab2a75613f1" providerId="LiveId" clId="{B233C714-1F4B-4A59-B950-981E68135FAD}" dt="2024-09-14T10:52:24.904" v="850" actId="26606"/>
          <ac:picMkLst>
            <pc:docMk/>
            <pc:sldMk cId="3998767185" sldId="262"/>
            <ac:picMk id="79" creationId="{2578723F-EB68-4332-A8B8-C1ECCDBB0A68}"/>
          </ac:picMkLst>
        </pc:picChg>
      </pc:sldChg>
      <pc:sldChg chg="addSp delSp modSp new del mod">
        <pc:chgData name="Bojja Divya" userId="c65a3ab2a75613f1" providerId="LiveId" clId="{B233C714-1F4B-4A59-B950-981E68135FAD}" dt="2024-09-14T10:56:14.076" v="876" actId="2696"/>
        <pc:sldMkLst>
          <pc:docMk/>
          <pc:sldMk cId="655081024" sldId="263"/>
        </pc:sldMkLst>
        <pc:spChg chg="add del">
          <ac:chgData name="Bojja Divya" userId="c65a3ab2a75613f1" providerId="LiveId" clId="{B233C714-1F4B-4A59-B950-981E68135FAD}" dt="2024-09-14T10:55:01.464" v="872" actId="11529"/>
          <ac:spMkLst>
            <pc:docMk/>
            <pc:sldMk cId="655081024" sldId="263"/>
            <ac:spMk id="2" creationId="{DC48E6AA-E179-F060-2BAC-5EB6AB23D30C}"/>
          </ac:spMkLst>
        </pc:spChg>
        <pc:spChg chg="add del mod">
          <ac:chgData name="Bojja Divya" userId="c65a3ab2a75613f1" providerId="LiveId" clId="{B233C714-1F4B-4A59-B950-981E68135FAD}" dt="2024-09-14T10:56:05.045" v="875"/>
          <ac:spMkLst>
            <pc:docMk/>
            <pc:sldMk cId="655081024" sldId="263"/>
            <ac:spMk id="3" creationId="{0D990C45-B144-912F-9F95-CA6BB1CC2243}"/>
          </ac:spMkLst>
        </pc:spChg>
      </pc:sldChg>
      <pc:sldChg chg="addSp delSp modSp new mod setBg">
        <pc:chgData name="Bojja Divya" userId="c65a3ab2a75613f1" providerId="LiveId" clId="{B233C714-1F4B-4A59-B950-981E68135FAD}" dt="2024-09-14T12:12:24.614" v="1638"/>
        <pc:sldMkLst>
          <pc:docMk/>
          <pc:sldMk cId="1576194096" sldId="263"/>
        </pc:sldMkLst>
        <pc:spChg chg="mod">
          <ac:chgData name="Bojja Divya" userId="c65a3ab2a75613f1" providerId="LiveId" clId="{B233C714-1F4B-4A59-B950-981E68135FAD}" dt="2024-09-14T11:15:35.119" v="1145" actId="207"/>
          <ac:spMkLst>
            <pc:docMk/>
            <pc:sldMk cId="1576194096" sldId="263"/>
            <ac:spMk id="2" creationId="{DD279EC3-3934-ABB8-089D-28A02656DE92}"/>
          </ac:spMkLst>
        </pc:spChg>
        <pc:spChg chg="add del mod">
          <ac:chgData name="Bojja Divya" userId="c65a3ab2a75613f1" providerId="LiveId" clId="{B233C714-1F4B-4A59-B950-981E68135FAD}" dt="2024-09-14T12:08:48.215" v="1636" actId="113"/>
          <ac:spMkLst>
            <pc:docMk/>
            <pc:sldMk cId="1576194096" sldId="263"/>
            <ac:spMk id="3" creationId="{109AF377-215B-8CD2-40EF-B3B095EE6A49}"/>
          </ac:spMkLst>
        </pc:spChg>
        <pc:spChg chg="add mod ord">
          <ac:chgData name="Bojja Divya" userId="c65a3ab2a75613f1" providerId="LiveId" clId="{B233C714-1F4B-4A59-B950-981E68135FAD}" dt="2024-09-14T11:15:35.843" v="1146" actId="207"/>
          <ac:spMkLst>
            <pc:docMk/>
            <pc:sldMk cId="1576194096" sldId="263"/>
            <ac:spMk id="4" creationId="{B8778065-6E54-947C-21BC-1389CE8EF71B}"/>
          </ac:spMkLst>
        </pc:spChg>
        <pc:graphicFrameChg chg="add del">
          <ac:chgData name="Bojja Divya" userId="c65a3ab2a75613f1" providerId="LiveId" clId="{B233C714-1F4B-4A59-B950-981E68135FAD}" dt="2024-09-14T11:16:33.765" v="1149" actId="26606"/>
          <ac:graphicFrameMkLst>
            <pc:docMk/>
            <pc:sldMk cId="1576194096" sldId="263"/>
            <ac:graphicFrameMk id="6" creationId="{B0E88CB1-3C6F-4E59-7C5D-5FFF7E56A540}"/>
          </ac:graphicFrameMkLst>
        </pc:graphicFrameChg>
        <pc:graphicFrameChg chg="add del">
          <ac:chgData name="Bojja Divya" userId="c65a3ab2a75613f1" providerId="LiveId" clId="{B233C714-1F4B-4A59-B950-981E68135FAD}" dt="2024-09-14T11:17:14.958" v="1161" actId="26606"/>
          <ac:graphicFrameMkLst>
            <pc:docMk/>
            <pc:sldMk cId="1576194096" sldId="263"/>
            <ac:graphicFrameMk id="7" creationId="{FD88AE49-43F4-821E-7C96-41F30C98CBAF}"/>
          </ac:graphicFrameMkLst>
        </pc:graphicFrameChg>
        <pc:graphicFrameChg chg="add del">
          <ac:chgData name="Bojja Divya" userId="c65a3ab2a75613f1" providerId="LiveId" clId="{B233C714-1F4B-4A59-B950-981E68135FAD}" dt="2024-09-14T11:16:36.890" v="1151" actId="26606"/>
          <ac:graphicFrameMkLst>
            <pc:docMk/>
            <pc:sldMk cId="1576194096" sldId="263"/>
            <ac:graphicFrameMk id="8" creationId="{541ADC7F-6549-260A-D169-D5B164E20783}"/>
          </ac:graphicFrameMkLst>
        </pc:graphicFrameChg>
        <pc:graphicFrameChg chg="add del">
          <ac:chgData name="Bojja Divya" userId="c65a3ab2a75613f1" providerId="LiveId" clId="{B233C714-1F4B-4A59-B950-981E68135FAD}" dt="2024-09-14T11:16:39.563" v="1153" actId="26606"/>
          <ac:graphicFrameMkLst>
            <pc:docMk/>
            <pc:sldMk cId="1576194096" sldId="263"/>
            <ac:graphicFrameMk id="10" creationId="{128A9E4B-B00A-1C90-45B3-CE3E41D34FD9}"/>
          </ac:graphicFrameMkLst>
        </pc:graphicFrameChg>
        <pc:graphicFrameChg chg="add del">
          <ac:chgData name="Bojja Divya" userId="c65a3ab2a75613f1" providerId="LiveId" clId="{B233C714-1F4B-4A59-B950-981E68135FAD}" dt="2024-09-14T11:16:43.043" v="1155" actId="26606"/>
          <ac:graphicFrameMkLst>
            <pc:docMk/>
            <pc:sldMk cId="1576194096" sldId="263"/>
            <ac:graphicFrameMk id="12" creationId="{767A94A8-1C1A-EDDE-F0E3-6E99EE70F742}"/>
          </ac:graphicFrameMkLst>
        </pc:graphicFrameChg>
        <pc:graphicFrameChg chg="add del">
          <ac:chgData name="Bojja Divya" userId="c65a3ab2a75613f1" providerId="LiveId" clId="{B233C714-1F4B-4A59-B950-981E68135FAD}" dt="2024-09-14T11:16:46.375" v="1157" actId="26606"/>
          <ac:graphicFrameMkLst>
            <pc:docMk/>
            <pc:sldMk cId="1576194096" sldId="263"/>
            <ac:graphicFrameMk id="14" creationId="{B0E88CB1-3C6F-4E59-7C5D-5FFF7E56A540}"/>
          </ac:graphicFrameMkLst>
        </pc:graphicFrameChg>
        <pc:graphicFrameChg chg="add del">
          <ac:chgData name="Bojja Divya" userId="c65a3ab2a75613f1" providerId="LiveId" clId="{B233C714-1F4B-4A59-B950-981E68135FAD}" dt="2024-09-14T11:16:58.726" v="1159" actId="26606"/>
          <ac:graphicFrameMkLst>
            <pc:docMk/>
            <pc:sldMk cId="1576194096" sldId="263"/>
            <ac:graphicFrameMk id="16" creationId="{541ADC7F-6549-260A-D169-D5B164E20783}"/>
          </ac:graphicFrameMkLst>
        </pc:graphicFrameChg>
      </pc:sldChg>
      <pc:sldChg chg="addSp modSp new mod setBg">
        <pc:chgData name="Bojja Divya" userId="c65a3ab2a75613f1" providerId="LiveId" clId="{B233C714-1F4B-4A59-B950-981E68135FAD}" dt="2024-09-14T11:29:26.379" v="1369" actId="171"/>
        <pc:sldMkLst>
          <pc:docMk/>
          <pc:sldMk cId="2949387124" sldId="264"/>
        </pc:sldMkLst>
        <pc:spChg chg="mod">
          <ac:chgData name="Bojja Divya" userId="c65a3ab2a75613f1" providerId="LiveId" clId="{B233C714-1F4B-4A59-B950-981E68135FAD}" dt="2024-09-14T11:18:09.887" v="1184" actId="122"/>
          <ac:spMkLst>
            <pc:docMk/>
            <pc:sldMk cId="2949387124" sldId="264"/>
            <ac:spMk id="2" creationId="{7F0B149D-5ACB-B440-2442-24C96D3B345B}"/>
          </ac:spMkLst>
        </pc:spChg>
        <pc:spChg chg="add mod">
          <ac:chgData name="Bojja Divya" userId="c65a3ab2a75613f1" providerId="LiveId" clId="{B233C714-1F4B-4A59-B950-981E68135FAD}" dt="2024-09-14T11:27:34.879" v="1319" actId="207"/>
          <ac:spMkLst>
            <pc:docMk/>
            <pc:sldMk cId="2949387124" sldId="264"/>
            <ac:spMk id="3" creationId="{E08E0053-B017-CE55-F21C-BA8E15C338DD}"/>
          </ac:spMkLst>
        </pc:spChg>
        <pc:spChg chg="add mod ord">
          <ac:chgData name="Bojja Divya" userId="c65a3ab2a75613f1" providerId="LiveId" clId="{B233C714-1F4B-4A59-B950-981E68135FAD}" dt="2024-09-14T11:29:26.379" v="1369" actId="171"/>
          <ac:spMkLst>
            <pc:docMk/>
            <pc:sldMk cId="2949387124" sldId="264"/>
            <ac:spMk id="4" creationId="{E7D3C2E2-BCB0-38CF-94AE-CFA96780D9F3}"/>
          </ac:spMkLst>
        </pc:spChg>
      </pc:sldChg>
      <pc:sldChg chg="addSp modSp new mod setBg">
        <pc:chgData name="Bojja Divya" userId="c65a3ab2a75613f1" providerId="LiveId" clId="{B233C714-1F4B-4A59-B950-981E68135FAD}" dt="2024-09-14T11:33:05.922" v="1418" actId="14100"/>
        <pc:sldMkLst>
          <pc:docMk/>
          <pc:sldMk cId="3269749346" sldId="265"/>
        </pc:sldMkLst>
        <pc:spChg chg="mod">
          <ac:chgData name="Bojja Divya" userId="c65a3ab2a75613f1" providerId="LiveId" clId="{B233C714-1F4B-4A59-B950-981E68135FAD}" dt="2024-09-14T11:30:43.462" v="1395" actId="122"/>
          <ac:spMkLst>
            <pc:docMk/>
            <pc:sldMk cId="3269749346" sldId="265"/>
            <ac:spMk id="2" creationId="{2EB73318-A746-0C25-46A0-414499A77BFB}"/>
          </ac:spMkLst>
        </pc:spChg>
        <pc:spChg chg="add mod">
          <ac:chgData name="Bojja Divya" userId="c65a3ab2a75613f1" providerId="LiveId" clId="{B233C714-1F4B-4A59-B950-981E68135FAD}" dt="2024-09-14T11:31:40.616" v="1409" actId="20577"/>
          <ac:spMkLst>
            <pc:docMk/>
            <pc:sldMk cId="3269749346" sldId="265"/>
            <ac:spMk id="3" creationId="{8D00F82D-4B31-63F8-F0F4-7BD5FA1F9A7A}"/>
          </ac:spMkLst>
        </pc:spChg>
        <pc:spChg chg="add mod ord">
          <ac:chgData name="Bojja Divya" userId="c65a3ab2a75613f1" providerId="LiveId" clId="{B233C714-1F4B-4A59-B950-981E68135FAD}" dt="2024-09-14T11:33:05.922" v="1418" actId="14100"/>
          <ac:spMkLst>
            <pc:docMk/>
            <pc:sldMk cId="3269749346" sldId="265"/>
            <ac:spMk id="4" creationId="{F09D93C5-CBCD-46CD-09ED-F78E6A2CBCD1}"/>
          </ac:spMkLst>
        </pc:spChg>
      </pc:sldChg>
      <pc:sldChg chg="addSp delSp modSp new mod setBg">
        <pc:chgData name="Bojja Divya" userId="c65a3ab2a75613f1" providerId="LiveId" clId="{B233C714-1F4B-4A59-B950-981E68135FAD}" dt="2024-09-14T11:39:00.727" v="1473" actId="171"/>
        <pc:sldMkLst>
          <pc:docMk/>
          <pc:sldMk cId="1160312108" sldId="266"/>
        </pc:sldMkLst>
        <pc:spChg chg="mod">
          <ac:chgData name="Bojja Divya" userId="c65a3ab2a75613f1" providerId="LiveId" clId="{B233C714-1F4B-4A59-B950-981E68135FAD}" dt="2024-09-14T11:33:50.868" v="1433" actId="122"/>
          <ac:spMkLst>
            <pc:docMk/>
            <pc:sldMk cId="1160312108" sldId="266"/>
            <ac:spMk id="2" creationId="{42282F91-BC05-9773-A221-1FB447F5600C}"/>
          </ac:spMkLst>
        </pc:spChg>
        <pc:spChg chg="add del mod">
          <ac:chgData name="Bojja Divya" userId="c65a3ab2a75613f1" providerId="LiveId" clId="{B233C714-1F4B-4A59-B950-981E68135FAD}" dt="2024-09-14T11:34:03.666" v="1436"/>
          <ac:spMkLst>
            <pc:docMk/>
            <pc:sldMk cId="1160312108" sldId="266"/>
            <ac:spMk id="3" creationId="{7EFCD8B7-766C-95EB-AB84-6B155BC3E13D}"/>
          </ac:spMkLst>
        </pc:spChg>
        <pc:spChg chg="add mod">
          <ac:chgData name="Bojja Divya" userId="c65a3ab2a75613f1" providerId="LiveId" clId="{B233C714-1F4B-4A59-B950-981E68135FAD}" dt="2024-09-14T11:37:09.180" v="1464" actId="1076"/>
          <ac:spMkLst>
            <pc:docMk/>
            <pc:sldMk cId="1160312108" sldId="266"/>
            <ac:spMk id="4" creationId="{BEECC293-6E8A-28E1-D705-1FB34750B7E9}"/>
          </ac:spMkLst>
        </pc:spChg>
        <pc:spChg chg="add mod ord">
          <ac:chgData name="Bojja Divya" userId="c65a3ab2a75613f1" providerId="LiveId" clId="{B233C714-1F4B-4A59-B950-981E68135FAD}" dt="2024-09-14T11:39:00.727" v="1473" actId="171"/>
          <ac:spMkLst>
            <pc:docMk/>
            <pc:sldMk cId="1160312108" sldId="266"/>
            <ac:spMk id="5" creationId="{9F0303D3-11B4-16FF-1D0C-42CD3603F9D9}"/>
          </ac:spMkLst>
        </pc:spChg>
      </pc:sldChg>
      <pc:sldChg chg="addSp delSp modSp new mod setBg">
        <pc:chgData name="Bojja Divya" userId="c65a3ab2a75613f1" providerId="LiveId" clId="{B233C714-1F4B-4A59-B950-981E68135FAD}" dt="2024-09-14T11:46:33.263" v="1535" actId="14100"/>
        <pc:sldMkLst>
          <pc:docMk/>
          <pc:sldMk cId="1651254619" sldId="267"/>
        </pc:sldMkLst>
        <pc:spChg chg="mod">
          <ac:chgData name="Bojja Divya" userId="c65a3ab2a75613f1" providerId="LiveId" clId="{B233C714-1F4B-4A59-B950-981E68135FAD}" dt="2024-09-14T11:40:03.746" v="1486" actId="122"/>
          <ac:spMkLst>
            <pc:docMk/>
            <pc:sldMk cId="1651254619" sldId="267"/>
            <ac:spMk id="2" creationId="{6B54A553-0E19-07EE-246B-5350F15EF642}"/>
          </ac:spMkLst>
        </pc:spChg>
        <pc:spChg chg="add del">
          <ac:chgData name="Bojja Divya" userId="c65a3ab2a75613f1" providerId="LiveId" clId="{B233C714-1F4B-4A59-B950-981E68135FAD}" dt="2024-09-14T11:40:28.632" v="1488" actId="11529"/>
          <ac:spMkLst>
            <pc:docMk/>
            <pc:sldMk cId="1651254619" sldId="267"/>
            <ac:spMk id="3" creationId="{DAC302AB-323D-8F19-41C5-BFF1B7B006FE}"/>
          </ac:spMkLst>
        </pc:spChg>
        <pc:spChg chg="add mod">
          <ac:chgData name="Bojja Divya" userId="c65a3ab2a75613f1" providerId="LiveId" clId="{B233C714-1F4B-4A59-B950-981E68135FAD}" dt="2024-09-14T11:44:59.669" v="1526" actId="2711"/>
          <ac:spMkLst>
            <pc:docMk/>
            <pc:sldMk cId="1651254619" sldId="267"/>
            <ac:spMk id="4" creationId="{3A2CA7AF-0383-7816-736E-8C7E5B669476}"/>
          </ac:spMkLst>
        </pc:spChg>
        <pc:spChg chg="add mod ord">
          <ac:chgData name="Bojja Divya" userId="c65a3ab2a75613f1" providerId="LiveId" clId="{B233C714-1F4B-4A59-B950-981E68135FAD}" dt="2024-09-14T11:46:33.263" v="1535" actId="14100"/>
          <ac:spMkLst>
            <pc:docMk/>
            <pc:sldMk cId="1651254619" sldId="267"/>
            <ac:spMk id="5" creationId="{2C24C16A-2873-7C53-4355-393C2DE04088}"/>
          </ac:spMkLst>
        </pc:spChg>
      </pc:sldChg>
      <pc:sldChg chg="addSp delSp modSp new mod setBg modAnim">
        <pc:chgData name="Bojja Divya" userId="c65a3ab2a75613f1" providerId="LiveId" clId="{B233C714-1F4B-4A59-B950-981E68135FAD}" dt="2024-09-14T13:49:43.822" v="1666" actId="1035"/>
        <pc:sldMkLst>
          <pc:docMk/>
          <pc:sldMk cId="594253251" sldId="268"/>
        </pc:sldMkLst>
        <pc:spChg chg="mod">
          <ac:chgData name="Bojja Divya" userId="c65a3ab2a75613f1" providerId="LiveId" clId="{B233C714-1F4B-4A59-B950-981E68135FAD}" dt="2024-09-14T11:47:17.973" v="1548" actId="122"/>
          <ac:spMkLst>
            <pc:docMk/>
            <pc:sldMk cId="594253251" sldId="268"/>
            <ac:spMk id="2" creationId="{0707451A-39AE-58F1-E012-FD7BA1247E21}"/>
          </ac:spMkLst>
        </pc:spChg>
        <pc:spChg chg="del mod">
          <ac:chgData name="Bojja Divya" userId="c65a3ab2a75613f1" providerId="LiveId" clId="{B233C714-1F4B-4A59-B950-981E68135FAD}" dt="2024-09-14T11:48:12.169" v="1555" actId="21"/>
          <ac:spMkLst>
            <pc:docMk/>
            <pc:sldMk cId="594253251" sldId="268"/>
            <ac:spMk id="3" creationId="{1D2F17C9-7AD7-5B63-694B-C6EE14010ACC}"/>
          </ac:spMkLst>
        </pc:spChg>
        <pc:picChg chg="add mod ord">
          <ac:chgData name="Bojja Divya" userId="c65a3ab2a75613f1" providerId="LiveId" clId="{B233C714-1F4B-4A59-B950-981E68135FAD}" dt="2024-09-14T13:49:43.822" v="1666" actId="1035"/>
          <ac:picMkLst>
            <pc:docMk/>
            <pc:sldMk cId="594253251" sldId="268"/>
            <ac:picMk id="4" creationId="{C53D152D-C295-D770-548F-025E89B66D4A}"/>
          </ac:picMkLst>
        </pc:picChg>
      </pc:sldChg>
    </pc:docChg>
  </pc:docChgLst>
  <pc:docChgLst>
    <pc:chgData name="Guest User" providerId="Windows Live" clId="Web-{3ACF2FAB-C0EB-491D-839F-4CD756CABB80}"/>
    <pc:docChg chg="modSld">
      <pc:chgData name="Guest User" userId="" providerId="Windows Live" clId="Web-{3ACF2FAB-C0EB-491D-839F-4CD756CABB80}" dt="2024-11-05T07:52:01.601" v="0" actId="1076"/>
      <pc:docMkLst>
        <pc:docMk/>
      </pc:docMkLst>
      <pc:sldChg chg="modSp">
        <pc:chgData name="Guest User" userId="" providerId="Windows Live" clId="Web-{3ACF2FAB-C0EB-491D-839F-4CD756CABB80}" dt="2024-11-05T07:52:01.601" v="0" actId="1076"/>
        <pc:sldMkLst>
          <pc:docMk/>
          <pc:sldMk cId="4108721776" sldId="257"/>
        </pc:sldMkLst>
        <pc:picChg chg="mod">
          <ac:chgData name="Guest User" userId="" providerId="Windows Live" clId="Web-{3ACF2FAB-C0EB-491D-839F-4CD756CABB80}" dt="2024-11-05T07:52:01.601" v="0" actId="1076"/>
          <ac:picMkLst>
            <pc:docMk/>
            <pc:sldMk cId="4108721776" sldId="257"/>
            <ac:picMk id="6" creationId="{0236FA8F-B62B-7C20-3D7E-E4E9B8D8DD5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B98276-8B12-4294-A21E-50C2E2A037B7}" type="datetimeFigureOut">
              <a:rPr lang="en-IN" smtClean="0"/>
              <a:t>04-11-2024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678C10-405B-4407-9064-B0552369F2C3}" type="slidenum">
              <a:rPr lang="en-IN" smtClean="0"/>
              <a:t>‹#›</a:t>
            </a:fld>
            <a:endParaRPr lang="en-IN"/>
          </a:p>
        </p:txBody>
      </p:sp>
    </p:spTree>
    <p:extLst>
      <p:ext uri="{BB962C8B-B14F-4D97-AF65-F5344CB8AC3E}">
        <p14:creationId xmlns:p14="http://schemas.microsoft.com/office/powerpoint/2010/main" val="3341111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678C10-405B-4407-9064-B0552369F2C3}" type="slidenum">
              <a:rPr lang="en-IN" smtClean="0"/>
              <a:t>2</a:t>
            </a:fld>
            <a:endParaRPr lang="en-IN"/>
          </a:p>
        </p:txBody>
      </p:sp>
    </p:spTree>
    <p:extLst>
      <p:ext uri="{BB962C8B-B14F-4D97-AF65-F5344CB8AC3E}">
        <p14:creationId xmlns:p14="http://schemas.microsoft.com/office/powerpoint/2010/main" val="9782139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63BBFF-77C1-4BF1-A3B2-2505841100BA}" type="datetimeFigureOut">
              <a:rPr lang="en-US" dirty="0"/>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ED2BB1-BB31-4EB8-A961-18800A74EAA8}" type="datetimeFigureOut">
              <a:rPr lang="en-US" dirty="0"/>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40B886-74BB-4D5E-9EA9-584482FE40E6}" type="datetimeFigureOut">
              <a:rPr lang="en-US" dirty="0"/>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A4CCD1-3502-4C30-947C-75FC88992007}"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0B797A-E8AF-4231-9C64-308C5BB9ED3E}" type="datetimeFigureOut">
              <a:rPr lang="en-US" dirty="0"/>
              <a:t>11/4/2024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B24146-07E2-48CA-8629-5887ED47FCDB}" type="datetimeFigureOut">
              <a:rPr lang="en-US" dirty="0"/>
              <a:t>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D407E718-B4F0-433E-A285-0013249184C0}" type="datetimeFigureOut">
              <a:rPr lang="en-US" dirty="0"/>
              <a:t>11/4/2024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8E44C4-3D72-4D6E-86A4-F5491DC49E6D}"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B8EA14-E6AC-4B59-973C-7A06B0EDE3E3}"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C93879-1153-42D3-8EC7-7A3CC94658D3}"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2E1496-D8B1-4FDC-98A5-AD2561A2EE12}"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AD3855-5B08-4570-810C-DE4498675D2C}"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FC1B1A-3400-4A09-B018-5620D6ADA4AF}" type="datetimeFigureOut">
              <a:rPr lang="en-US" dirty="0"/>
              <a:t>11/4/2024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33EE65E-8B04-4250-B4A9-5C65F355F1A2}" type="datetimeFigureOut">
              <a:rPr lang="en-US" dirty="0"/>
              <a:t>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4F5881F-8E44-4F15-AB98-80B7869E49CA}" type="datetimeFigureOut">
              <a:rPr lang="en-US" dirty="0"/>
              <a:t>11/4/2024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7D2069-43FA-49C5-9F0E-58E1EB237AEF}" type="datetimeFigureOut">
              <a:rPr lang="en-US" dirty="0"/>
              <a:t>11/4/2024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C05854CA-19F4-4771-B6A2-DA5C0742B220}" type="datetimeFigureOut">
              <a:rPr lang="en-US" dirty="0"/>
              <a:t>11/4/2024</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3BB3B3F-C0CE-47CB-BCED-F49A710726FF}" type="datetimeFigureOut">
              <a:rPr lang="en-US" dirty="0"/>
              <a:t>11/4/2024</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image" Target="../media/image14.jpg"/><Relationship Id="rId1" Type="http://schemas.openxmlformats.org/officeDocument/2006/relationships/slideLayout" Target="../slideLayouts/slideLayout6.xml"/><Relationship Id="rId6" Type="http://schemas.openxmlformats.org/officeDocument/2006/relationships/hyperlink" Target="https://in.mathworks.com/matlabcentral/fileexchange" TargetMode="External"/><Relationship Id="rId5" Type="http://schemas.openxmlformats.org/officeDocument/2006/relationships/hyperlink" Target="https://www.clear.rice.edu/" TargetMode="External"/><Relationship Id="rId4" Type="http://schemas.openxmlformats.org/officeDocument/2006/relationships/hyperlink" Target="http://www.wikipedia.com/" TargetMode="Externa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image" Target="../media/image15.mp4"/></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C3126-E7E7-CA43-C4DE-8A0B84595ED7}"/>
              </a:ext>
            </a:extLst>
          </p:cNvPr>
          <p:cNvSpPr>
            <a:spLocks noGrp="1"/>
          </p:cNvSpPr>
          <p:nvPr>
            <p:ph type="ctrTitle"/>
          </p:nvPr>
        </p:nvSpPr>
        <p:spPr>
          <a:xfrm>
            <a:off x="100217" y="2701754"/>
            <a:ext cx="8144134" cy="815736"/>
          </a:xfrm>
        </p:spPr>
        <p:txBody>
          <a:bodyPr/>
          <a:lstStyle/>
          <a:p>
            <a:pPr algn="ctr"/>
            <a:r>
              <a:rPr lang="en-IN" sz="2800">
                <a:latin typeface="Times New Roman" panose="02020603050405020304" pitchFamily="18" charset="0"/>
                <a:cs typeface="Times New Roman" panose="02020603050405020304" pitchFamily="18" charset="0"/>
              </a:rPr>
              <a:t>MUSICAL NOTES IDENTIFICATION APPLICATION USING SIGNAL  PROCESSING</a:t>
            </a: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D15F16F-037A-1910-F54E-1B9032BF1EA5}"/>
              </a:ext>
            </a:extLst>
          </p:cNvPr>
          <p:cNvSpPr>
            <a:spLocks noGrp="1"/>
          </p:cNvSpPr>
          <p:nvPr>
            <p:ph type="subTitle" idx="1"/>
          </p:nvPr>
        </p:nvSpPr>
        <p:spPr>
          <a:xfrm>
            <a:off x="680321" y="4394039"/>
            <a:ext cx="11403523" cy="1760955"/>
          </a:xfrm>
        </p:spPr>
        <p:txBody>
          <a:bodyPr>
            <a:normAutofit fontScale="92500" lnSpcReduction="10000"/>
          </a:bodyPr>
          <a:lstStyle/>
          <a:p>
            <a:pPr algn="l"/>
            <a:r>
              <a:rPr lang="en-IN" dirty="0">
                <a:latin typeface="Times New Roman" panose="02020603050405020304" pitchFamily="18" charset="0"/>
                <a:cs typeface="Times New Roman" panose="02020603050405020304" pitchFamily="18" charset="0"/>
              </a:rPr>
              <a:t>Presented by</a:t>
            </a:r>
          </a:p>
          <a:p>
            <a:pPr algn="l"/>
            <a:r>
              <a:rPr lang="en-IN" dirty="0">
                <a:latin typeface="Times New Roman" panose="02020603050405020304" pitchFamily="18" charset="0"/>
                <a:cs typeface="Times New Roman" panose="02020603050405020304" pitchFamily="18" charset="0"/>
              </a:rPr>
              <a:t>Sujithra S         23BEC1035</a:t>
            </a:r>
          </a:p>
          <a:p>
            <a:pPr algn="l"/>
            <a:r>
              <a:rPr lang="en-IN" dirty="0">
                <a:latin typeface="Times New Roman" panose="02020603050405020304" pitchFamily="18" charset="0"/>
                <a:cs typeface="Times New Roman" panose="02020603050405020304" pitchFamily="18" charset="0"/>
              </a:rPr>
              <a:t>Thershna TK    23BEC1197</a:t>
            </a:r>
          </a:p>
          <a:p>
            <a:pPr algn="l"/>
            <a:r>
              <a:rPr lang="en-IN" dirty="0">
                <a:latin typeface="Times New Roman" panose="02020603050405020304" pitchFamily="18" charset="0"/>
                <a:cs typeface="Times New Roman" panose="02020603050405020304" pitchFamily="18" charset="0"/>
              </a:rPr>
              <a:t>T </a:t>
            </a:r>
            <a:r>
              <a:rPr lang="en-IN">
                <a:latin typeface="Times New Roman" panose="02020603050405020304" pitchFamily="18" charset="0"/>
                <a:cs typeface="Times New Roman" panose="02020603050405020304" pitchFamily="18" charset="0"/>
              </a:rPr>
              <a:t>Lasya            23BEC1233</a:t>
            </a:r>
            <a:endParaRPr lang="en-IN" dirty="0">
              <a:latin typeface="Times New Roman" panose="02020603050405020304" pitchFamily="18" charset="0"/>
              <a:cs typeface="Times New Roman" panose="02020603050405020304" pitchFamily="18" charset="0"/>
            </a:endParaRPr>
          </a:p>
          <a:p>
            <a:pPr algn="l"/>
            <a:r>
              <a:rPr lang="en-IN" dirty="0">
                <a:latin typeface="Times New Roman" panose="02020603050405020304" pitchFamily="18" charset="0"/>
                <a:cs typeface="Times New Roman" panose="02020603050405020304" pitchFamily="18" charset="0"/>
              </a:rPr>
              <a:t>Bojja Divya      23BEC1329</a:t>
            </a:r>
          </a:p>
        </p:txBody>
      </p:sp>
      <p:sp>
        <p:nvSpPr>
          <p:cNvPr id="12" name="Rectangle 11">
            <a:extLst>
              <a:ext uri="{FF2B5EF4-FFF2-40B4-BE49-F238E27FC236}">
                <a16:creationId xmlns:a16="http://schemas.microsoft.com/office/drawing/2014/main" id="{828370A9-7CC7-7CDA-2AA1-8CA916729ADC}"/>
              </a:ext>
            </a:extLst>
          </p:cNvPr>
          <p:cNvSpPr/>
          <p:nvPr/>
        </p:nvSpPr>
        <p:spPr>
          <a:xfrm>
            <a:off x="0" y="2463961"/>
            <a:ext cx="12192000" cy="181339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EA3E3CE3-6FEB-5691-092B-3663C1F01F08}"/>
              </a:ext>
            </a:extLst>
          </p:cNvPr>
          <p:cNvSpPr txBox="1"/>
          <p:nvPr/>
        </p:nvSpPr>
        <p:spPr>
          <a:xfrm>
            <a:off x="788477" y="2875280"/>
            <a:ext cx="11295367" cy="1200329"/>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MUSICAL NOTES IDENTIFICATION APPLICATION USING SIGNAL PROCESSING</a:t>
            </a:r>
          </a:p>
        </p:txBody>
      </p:sp>
    </p:spTree>
    <p:extLst>
      <p:ext uri="{BB962C8B-B14F-4D97-AF65-F5344CB8AC3E}">
        <p14:creationId xmlns:p14="http://schemas.microsoft.com/office/powerpoint/2010/main" val="3063842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106000"/>
                <a:satMod val="220000"/>
                <a:lumMod val="140000"/>
              </a:schemeClr>
            </a:gs>
            <a:gs pos="50000">
              <a:schemeClr val="bg2">
                <a:shade val="100000"/>
                <a:hueMod val="100000"/>
                <a:satMod val="110000"/>
                <a:lumMod val="130000"/>
              </a:schemeClr>
            </a:gs>
            <a:gs pos="100000">
              <a:schemeClr val="bg2">
                <a:shade val="69000"/>
                <a:hueMod val="88000"/>
                <a:satMod val="160000"/>
                <a:lumMod val="69000"/>
              </a:schemeClr>
            </a:gs>
          </a:gsLst>
          <a:lin ang="252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9F44D26-164D-4115-A3EB-758815B80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824" cy="68580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light on a black background&#10;&#10;Description automatically generated">
            <a:extLst>
              <a:ext uri="{FF2B5EF4-FFF2-40B4-BE49-F238E27FC236}">
                <a16:creationId xmlns:a16="http://schemas.microsoft.com/office/drawing/2014/main" id="{0236FA8F-B62B-7C20-3D7E-E4E9B8D8DD54}"/>
              </a:ext>
            </a:extLst>
          </p:cNvPr>
          <p:cNvPicPr>
            <a:picLocks noChangeAspect="1"/>
          </p:cNvPicPr>
          <p:nvPr/>
        </p:nvPicPr>
        <p:blipFill>
          <a:blip r:embed="rId3"/>
          <a:srcRect t="6387" b="9344"/>
          <a:stretch/>
        </p:blipFill>
        <p:spPr>
          <a:xfrm>
            <a:off x="-3176" y="21463"/>
            <a:ext cx="12191980" cy="6858001"/>
          </a:xfrm>
          <a:prstGeom prst="rect">
            <a:avLst/>
          </a:prstGeom>
        </p:spPr>
      </p:pic>
      <p:sp>
        <p:nvSpPr>
          <p:cNvPr id="19" name="Rectangle 18">
            <a:extLst>
              <a:ext uri="{FF2B5EF4-FFF2-40B4-BE49-F238E27FC236}">
                <a16:creationId xmlns:a16="http://schemas.microsoft.com/office/drawing/2014/main" id="{48711A1C-F26D-4275-8DEF-FF1363B387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2116667"/>
            <a:ext cx="10439400" cy="3793206"/>
          </a:xfrm>
          <a:prstGeom prst="rect">
            <a:avLst/>
          </a:prstGeom>
          <a:solidFill>
            <a:schemeClr val="bg1">
              <a:lumMod val="95000"/>
              <a:lumOff val="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21" name="Picture 20">
            <a:extLst>
              <a:ext uri="{FF2B5EF4-FFF2-40B4-BE49-F238E27FC236}">
                <a16:creationId xmlns:a16="http://schemas.microsoft.com/office/drawing/2014/main" id="{22E35AEC-772D-4BF7-A7DD-54833D4A8E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sp>
        <p:nvSpPr>
          <p:cNvPr id="23" name="Rectangle 22">
            <a:extLst>
              <a:ext uri="{FF2B5EF4-FFF2-40B4-BE49-F238E27FC236}">
                <a16:creationId xmlns:a16="http://schemas.microsoft.com/office/drawing/2014/main" id="{FE1724E7-C6C5-482C-8450-124232819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609600"/>
            <a:ext cx="10437812" cy="1368198"/>
          </a:xfrm>
          <a:prstGeom prst="rect">
            <a:avLst/>
          </a:prstGeom>
          <a:solidFill>
            <a:schemeClr val="bg1">
              <a:lumMod val="95000"/>
              <a:lumOff val="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3EE6C1F-26F8-0529-ED20-D707BA586EE5}"/>
              </a:ext>
            </a:extLst>
          </p:cNvPr>
          <p:cNvSpPr>
            <a:spLocks noGrp="1"/>
          </p:cNvSpPr>
          <p:nvPr>
            <p:ph type="title"/>
          </p:nvPr>
        </p:nvSpPr>
        <p:spPr>
          <a:xfrm>
            <a:off x="680321" y="753228"/>
            <a:ext cx="9613861" cy="1080938"/>
          </a:xfrm>
        </p:spPr>
        <p:txBody>
          <a:bodyPr>
            <a:normAutofit/>
          </a:bodyPr>
          <a:lstStyle/>
          <a:p>
            <a:pPr algn="ctr"/>
            <a:r>
              <a:rPr lang="en-IN" dirty="0"/>
              <a:t>OBJECTIVES AND GOALS</a:t>
            </a:r>
          </a:p>
        </p:txBody>
      </p:sp>
      <p:pic>
        <p:nvPicPr>
          <p:cNvPr id="25" name="Picture 24">
            <a:extLst>
              <a:ext uri="{FF2B5EF4-FFF2-40B4-BE49-F238E27FC236}">
                <a16:creationId xmlns:a16="http://schemas.microsoft.com/office/drawing/2014/main" id="{F62372E1-50C7-4922-BD94-4485130CFC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27" name="Rectangle 26">
            <a:extLst>
              <a:ext uri="{FF2B5EF4-FFF2-40B4-BE49-F238E27FC236}">
                <a16:creationId xmlns:a16="http://schemas.microsoft.com/office/drawing/2014/main" id="{A94CD497-34AF-43E6-8F93-66C8EA533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7136078C-71AB-E119-1EB5-0A59D0D98F7E}"/>
              </a:ext>
            </a:extLst>
          </p:cNvPr>
          <p:cNvSpPr>
            <a:spLocks noGrp="1"/>
          </p:cNvSpPr>
          <p:nvPr>
            <p:ph idx="1"/>
          </p:nvPr>
        </p:nvSpPr>
        <p:spPr>
          <a:xfrm>
            <a:off x="680321" y="2336873"/>
            <a:ext cx="9613861" cy="3395060"/>
          </a:xfrm>
        </p:spPr>
        <p:txBody>
          <a:bodyPr anchor="ctr">
            <a:normAutofit/>
          </a:bodyPr>
          <a:lstStyle/>
          <a:p>
            <a:pPr marL="0" indent="0">
              <a:buNone/>
            </a:pPr>
            <a:r>
              <a:rPr lang="en-US" sz="2000" dirty="0">
                <a:latin typeface="Times New Roman" panose="02020603050405020304" pitchFamily="18" charset="0"/>
                <a:cs typeface="Times New Roman" panose="02020603050405020304" pitchFamily="18" charset="0"/>
              </a:rPr>
              <a:t>The objective is to design a MATLAB-based musical note recognition software that identifies notes by analyzing input frequency. It should capture real-time or pre-recorded audio, apply noise reduction, and normalize the signal. Using Fast Fourier Transform (FFT), the software will convert the audio signal into its frequency components and detect the dominant frequency. This frequency is then mapped to the corresponding musical note. </a:t>
            </a:r>
            <a:endParaRPr lang="en-IN" sz="20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1B6340C-373D-2DF6-1E55-89731074C73B}"/>
              </a:ext>
            </a:extLst>
          </p:cNvPr>
          <p:cNvSpPr/>
          <p:nvPr/>
        </p:nvSpPr>
        <p:spPr>
          <a:xfrm>
            <a:off x="11281776" y="0"/>
            <a:ext cx="910224" cy="6858000"/>
          </a:xfrm>
          <a:prstGeom prst="rect">
            <a:avLst/>
          </a:prstGeom>
          <a:solidFill>
            <a:srgbClr val="3979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E330EBB-AAA0-0894-6B5A-4EEA110C02A5}"/>
              </a:ext>
            </a:extLst>
          </p:cNvPr>
          <p:cNvSpPr/>
          <p:nvPr/>
        </p:nvSpPr>
        <p:spPr>
          <a:xfrm>
            <a:off x="10585826" y="609600"/>
            <a:ext cx="692774" cy="136819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08721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2000" b="-83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5C4C5D-6805-8BF9-2F1C-2568372539BD}"/>
              </a:ext>
            </a:extLst>
          </p:cNvPr>
          <p:cNvSpPr txBox="1"/>
          <p:nvPr/>
        </p:nvSpPr>
        <p:spPr>
          <a:xfrm>
            <a:off x="855406" y="2340077"/>
            <a:ext cx="9438776" cy="2570704"/>
          </a:xfrm>
          <a:prstGeom prst="rect">
            <a:avLst/>
          </a:prstGeom>
          <a:noFill/>
        </p:spPr>
        <p:txBody>
          <a:bodyPr wrap="square" rtlCol="0">
            <a:spAutoFit/>
          </a:bodyPr>
          <a:lstStyle/>
          <a:p>
            <a:pPr algn="just">
              <a:lnSpc>
                <a:spcPct val="150000"/>
              </a:lnSpc>
            </a:pPr>
            <a:r>
              <a:rPr lang="en-US" sz="2200" b="0" i="0" dirty="0">
                <a:effectLst/>
                <a:latin typeface="Times New Roman" panose="02020603050405020304" pitchFamily="18" charset="0"/>
                <a:cs typeface="Times New Roman" panose="02020603050405020304" pitchFamily="18" charset="0"/>
              </a:rPr>
              <a:t>Music is an integral part of everyone’s lives. Music helps in relaxation, therapy and entertainment. The audio industry is booming with online platforms for music streaming. This program helps identify the musical notes in a piece of audio and gives valuable information about its pitch, frequency and type. The music piece fed to the system can be decoded to identify which note the signal corresponds to.</a:t>
            </a:r>
            <a:endParaRPr lang="en-IN" sz="22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895A74B-BD7D-E5D8-893B-CEC5BAD3B719}"/>
              </a:ext>
            </a:extLst>
          </p:cNvPr>
          <p:cNvSpPr/>
          <p:nvPr/>
        </p:nvSpPr>
        <p:spPr>
          <a:xfrm>
            <a:off x="10566400" y="568960"/>
            <a:ext cx="1625600" cy="1432560"/>
          </a:xfrm>
          <a:prstGeom prst="rect">
            <a:avLst/>
          </a:prstGeom>
          <a:solidFill>
            <a:srgbClr val="6187C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F460C33-793E-E7A6-2536-ED3273CDC6C0}"/>
              </a:ext>
            </a:extLst>
          </p:cNvPr>
          <p:cNvSpPr/>
          <p:nvPr/>
        </p:nvSpPr>
        <p:spPr>
          <a:xfrm>
            <a:off x="0" y="568960"/>
            <a:ext cx="12192000" cy="143256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7FF7373-3F2B-1711-BE65-3A76FE1D0AF2}"/>
              </a:ext>
            </a:extLst>
          </p:cNvPr>
          <p:cNvSpPr>
            <a:spLocks noGrp="1"/>
          </p:cNvSpPr>
          <p:nvPr>
            <p:ph type="title"/>
          </p:nvPr>
        </p:nvSpPr>
        <p:spPr/>
        <p:txBody>
          <a:bodyPr>
            <a:normAutofit/>
          </a:bodyPr>
          <a:lstStyle/>
          <a:p>
            <a:pPr algn="ctr"/>
            <a:r>
              <a:rPr lang="en-IN" dirty="0">
                <a:latin typeface="Times New Roman" panose="02020603050405020304" pitchFamily="18" charset="0"/>
                <a:cs typeface="Times New Roman" panose="02020603050405020304" pitchFamily="18" charset="0"/>
              </a:rPr>
              <a:t>ABSTRACT</a:t>
            </a:r>
          </a:p>
        </p:txBody>
      </p:sp>
    </p:spTree>
    <p:extLst>
      <p:ext uri="{BB962C8B-B14F-4D97-AF65-F5344CB8AC3E}">
        <p14:creationId xmlns:p14="http://schemas.microsoft.com/office/powerpoint/2010/main" val="975233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8000" b="-68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51A615-1E14-D923-D9AB-030EE2623510}"/>
              </a:ext>
            </a:extLst>
          </p:cNvPr>
          <p:cNvSpPr txBox="1"/>
          <p:nvPr/>
        </p:nvSpPr>
        <p:spPr>
          <a:xfrm>
            <a:off x="264160" y="2387600"/>
            <a:ext cx="10030022" cy="307853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audio signal is processed using MATLAB's Fast Fourier Transform (FFT) to convert it from the time domain to the frequency domain, allowing the identification of each note's fundamental frequency.</a:t>
            </a:r>
          </a:p>
          <a:p>
            <a:pPr marL="285750" indent="-28575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fundamental frequency is matched with a predefined table of musical note frequencies. The system compares the detected frequency to identify the corresponding musical note.</a:t>
            </a:r>
            <a:endParaRPr lang="en-IN" sz="22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86DAA4C-7DE0-4162-E93C-7E6F7B9FDF77}"/>
              </a:ext>
            </a:extLst>
          </p:cNvPr>
          <p:cNvSpPr/>
          <p:nvPr/>
        </p:nvSpPr>
        <p:spPr>
          <a:xfrm>
            <a:off x="0" y="538480"/>
            <a:ext cx="12192000" cy="14528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5DFBEA0-4CC7-AAC9-4B8E-15004E9117C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DESIGN CONCEPT</a:t>
            </a:r>
          </a:p>
        </p:txBody>
      </p:sp>
    </p:spTree>
    <p:extLst>
      <p:ext uri="{BB962C8B-B14F-4D97-AF65-F5344CB8AC3E}">
        <p14:creationId xmlns:p14="http://schemas.microsoft.com/office/powerpoint/2010/main" val="1436630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BECE3D7-9357-2458-20F6-54B0128E96C3}"/>
              </a:ext>
            </a:extLst>
          </p:cNvPr>
          <p:cNvSpPr/>
          <p:nvPr/>
        </p:nvSpPr>
        <p:spPr>
          <a:xfrm>
            <a:off x="0" y="597736"/>
            <a:ext cx="12192000" cy="151554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9D1B767-028C-B82C-16A3-E9DF1A2A3A11}"/>
              </a:ext>
            </a:extLst>
          </p:cNvPr>
          <p:cNvSpPr>
            <a:spLocks noGrp="1"/>
          </p:cNvSpPr>
          <p:nvPr>
            <p:ph type="title"/>
          </p:nvPr>
        </p:nvSpPr>
        <p:spPr/>
        <p:txBody>
          <a:bodyPr/>
          <a:lstStyle/>
          <a:p>
            <a:pPr algn="ctr"/>
            <a:r>
              <a:rPr lang="en-IN" dirty="0"/>
              <a:t>FAST FOURIER TRANSFORM</a:t>
            </a:r>
          </a:p>
        </p:txBody>
      </p:sp>
      <p:sp>
        <p:nvSpPr>
          <p:cNvPr id="3" name="TextBox 2">
            <a:extLst>
              <a:ext uri="{FF2B5EF4-FFF2-40B4-BE49-F238E27FC236}">
                <a16:creationId xmlns:a16="http://schemas.microsoft.com/office/drawing/2014/main" id="{F6FAC6F2-94E5-B3F1-D58F-96FD978F07EB}"/>
              </a:ext>
            </a:extLst>
          </p:cNvPr>
          <p:cNvSpPr txBox="1"/>
          <p:nvPr/>
        </p:nvSpPr>
        <p:spPr>
          <a:xfrm>
            <a:off x="335280" y="2316480"/>
            <a:ext cx="10119360" cy="3586366"/>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The Fast Fourier Transform (FFT) is an efficient algorithm used to compute the Discrete Fourier Transform (DFT) and its inverse. It reduces the complexity of calculating the DFT from  to , making it much faster for large datasets. In signal processing, FFT converts a time-domain signal into its frequency-domain representation, allowing the identification of the signal's frequency components. This is essential in applications like audio analysis, where the dominant frequencies (such as musical notes) need to be extracted from complex waveforms.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803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CF26260-FAD3-BF64-D7E4-0BB536A12D38}"/>
              </a:ext>
            </a:extLst>
          </p:cNvPr>
          <p:cNvSpPr/>
          <p:nvPr/>
        </p:nvSpPr>
        <p:spPr>
          <a:xfrm>
            <a:off x="71121" y="477520"/>
            <a:ext cx="12120880" cy="15036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C9CEC37-B92C-ED93-EE33-8283A0F351B5}"/>
              </a:ext>
            </a:extLst>
          </p:cNvPr>
          <p:cNvSpPr>
            <a:spLocks noGrp="1"/>
          </p:cNvSpPr>
          <p:nvPr>
            <p:ph type="title"/>
          </p:nvPr>
        </p:nvSpPr>
        <p:spPr/>
        <p:txBody>
          <a:bodyPr/>
          <a:lstStyle/>
          <a:p>
            <a:pPr algn="ctr"/>
            <a:r>
              <a:rPr lang="en-IN">
                <a:latin typeface="Times New Roman" panose="02020603050405020304" pitchFamily="18" charset="0"/>
                <a:cs typeface="Times New Roman" panose="02020603050405020304" pitchFamily="18" charset="0"/>
              </a:rPr>
              <a:t>SOFTWARE ANALYSIS</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A818AB5-4193-C41B-4DB0-F0F84FBBE560}"/>
              </a:ext>
            </a:extLst>
          </p:cNvPr>
          <p:cNvSpPr txBox="1"/>
          <p:nvPr/>
        </p:nvSpPr>
        <p:spPr>
          <a:xfrm>
            <a:off x="375920" y="2133840"/>
            <a:ext cx="10393680" cy="4092852"/>
          </a:xfrm>
          <a:prstGeom prst="rect">
            <a:avLst/>
          </a:prstGeom>
          <a:noFill/>
        </p:spPr>
        <p:txBody>
          <a:bodyPr wrap="square" rtlCol="0">
            <a:spAutoFit/>
          </a:bodyPr>
          <a:lstStyle/>
          <a:p>
            <a:pPr algn="just">
              <a:lnSpc>
                <a:spcPct val="150000"/>
              </a:lnSpc>
            </a:pPr>
            <a:r>
              <a:rPr lang="en-US" sz="2200"/>
              <a:t>The process begins by recording a sequence of musical notes whose frequencies are to be found. The signal is then analyzed in MATLAB and plotted in the time domain. Next, a windowing technique is applied to identify the start and end points of each note by detecting drops in energy between notes. After determining the windows, each note is converted to the frequency domain using FFT. The fundamental frequency is then extracted by identifying the maximum frequency for each note. Finally, the program matches the frequency to a musical note by comparing it with reference pitch values.</a:t>
            </a:r>
            <a:endParaRPr lang="en-IN" sz="2200" dirty="0"/>
          </a:p>
        </p:txBody>
      </p:sp>
    </p:spTree>
    <p:extLst>
      <p:ext uri="{BB962C8B-B14F-4D97-AF65-F5344CB8AC3E}">
        <p14:creationId xmlns:p14="http://schemas.microsoft.com/office/powerpoint/2010/main" val="399876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8000" b="-118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778065-6E54-947C-21BC-1389CE8EF71B}"/>
              </a:ext>
            </a:extLst>
          </p:cNvPr>
          <p:cNvSpPr/>
          <p:nvPr/>
        </p:nvSpPr>
        <p:spPr>
          <a:xfrm>
            <a:off x="0" y="609600"/>
            <a:ext cx="12192000" cy="142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D279EC3-3934-ABB8-089D-28A02656DE92}"/>
              </a:ext>
            </a:extLst>
          </p:cNvPr>
          <p:cNvSpPr>
            <a:spLocks noGrp="1"/>
          </p:cNvSpPr>
          <p:nvPr>
            <p:ph type="title"/>
          </p:nvPr>
        </p:nvSpPr>
        <p:spPr/>
        <p:txBody>
          <a:bodyPr>
            <a:normAutofit/>
          </a:bodyPr>
          <a:lstStyle/>
          <a:p>
            <a:pPr algn="ctr"/>
            <a:r>
              <a:rPr lang="en-IN" dirty="0">
                <a:latin typeface="Times New Roman" panose="02020603050405020304" pitchFamily="18" charset="0"/>
                <a:cs typeface="Times New Roman" panose="02020603050405020304" pitchFamily="18" charset="0"/>
              </a:rPr>
              <a:t>MIDDLE C OCTAVE </a:t>
            </a:r>
          </a:p>
        </p:txBody>
      </p:sp>
      <p:sp>
        <p:nvSpPr>
          <p:cNvPr id="3" name="TextBox 2">
            <a:extLst>
              <a:ext uri="{FF2B5EF4-FFF2-40B4-BE49-F238E27FC236}">
                <a16:creationId xmlns:a16="http://schemas.microsoft.com/office/drawing/2014/main" id="{109AF377-215B-8CD2-40EF-B3B095EE6A49}"/>
              </a:ext>
            </a:extLst>
          </p:cNvPr>
          <p:cNvSpPr txBox="1"/>
          <p:nvPr/>
        </p:nvSpPr>
        <p:spPr>
          <a:xfrm>
            <a:off x="418662" y="1950720"/>
            <a:ext cx="10533818" cy="460068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200" dirty="0"/>
              <a:t>Middle C (C4) is the central C note on a standard piano keyboard, used as a reference point in music.</a:t>
            </a:r>
          </a:p>
          <a:p>
            <a:pPr marL="285750" indent="-285750">
              <a:lnSpc>
                <a:spcPct val="150000"/>
              </a:lnSpc>
              <a:buFont typeface="Arial" panose="020B0604020202020204" pitchFamily="34" charset="0"/>
              <a:buChar char="•"/>
            </a:pPr>
            <a:r>
              <a:rPr lang="en-US" sz="2200" b="1" dirty="0"/>
              <a:t>Frequency:</a:t>
            </a:r>
            <a:r>
              <a:rPr lang="en-US" sz="2200" dirty="0"/>
              <a:t> Middle C has a frequency of approximately 261.63 Hz.</a:t>
            </a:r>
          </a:p>
          <a:p>
            <a:pPr marL="285750" indent="-285750">
              <a:lnSpc>
                <a:spcPct val="150000"/>
              </a:lnSpc>
              <a:buFont typeface="Arial" panose="020B0604020202020204" pitchFamily="34" charset="0"/>
              <a:buChar char="•"/>
            </a:pPr>
            <a:r>
              <a:rPr lang="en-US" sz="2200" b="1" dirty="0"/>
              <a:t> Octave Context:</a:t>
            </a:r>
          </a:p>
          <a:p>
            <a:pPr>
              <a:lnSpc>
                <a:spcPct val="150000"/>
              </a:lnSpc>
            </a:pPr>
            <a:r>
              <a:rPr lang="en-US" sz="2200" dirty="0"/>
              <a:t>    C3: One octave below Middle C (130.81 Hz)</a:t>
            </a:r>
          </a:p>
          <a:p>
            <a:pPr>
              <a:lnSpc>
                <a:spcPct val="150000"/>
              </a:lnSpc>
            </a:pPr>
            <a:r>
              <a:rPr lang="en-US" sz="2200" dirty="0"/>
              <a:t>    C4: Middle C</a:t>
            </a:r>
          </a:p>
          <a:p>
            <a:pPr>
              <a:lnSpc>
                <a:spcPct val="150000"/>
              </a:lnSpc>
            </a:pPr>
            <a:r>
              <a:rPr lang="en-US" sz="2200" dirty="0"/>
              <a:t>    C5: One octave above Middle C (523.25 Hz)</a:t>
            </a:r>
          </a:p>
          <a:p>
            <a:pPr marL="285750" indent="-285750">
              <a:lnSpc>
                <a:spcPct val="150000"/>
              </a:lnSpc>
              <a:buFont typeface="Arial" panose="020B0604020202020204" pitchFamily="34" charset="0"/>
              <a:buChar char="•"/>
            </a:pPr>
            <a:r>
              <a:rPr lang="en-US" sz="2200" b="1" dirty="0"/>
              <a:t>Importance in Note Recognition :</a:t>
            </a:r>
            <a:r>
              <a:rPr lang="en-US" sz="2200" dirty="0"/>
              <a:t> Serves as a baseline for determining pitch and octave in musical note recognition systems.</a:t>
            </a:r>
            <a:endParaRPr lang="en-IN" sz="2200" dirty="0"/>
          </a:p>
        </p:txBody>
      </p:sp>
    </p:spTree>
    <p:extLst>
      <p:ext uri="{BB962C8B-B14F-4D97-AF65-F5344CB8AC3E}">
        <p14:creationId xmlns:p14="http://schemas.microsoft.com/office/powerpoint/2010/main" val="1576194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D3C2E2-BCB0-38CF-94AE-CFA96780D9F3}"/>
              </a:ext>
            </a:extLst>
          </p:cNvPr>
          <p:cNvSpPr/>
          <p:nvPr/>
        </p:nvSpPr>
        <p:spPr>
          <a:xfrm>
            <a:off x="0" y="584201"/>
            <a:ext cx="12192000" cy="142747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F0B149D-5ACB-B440-2442-24C96D3B345B}"/>
              </a:ext>
            </a:extLst>
          </p:cNvPr>
          <p:cNvSpPr>
            <a:spLocks noGrp="1"/>
          </p:cNvSpPr>
          <p:nvPr>
            <p:ph type="title"/>
          </p:nvPr>
        </p:nvSpPr>
        <p:spPr/>
        <p:txBody>
          <a:bodyPr/>
          <a:lstStyle/>
          <a:p>
            <a:pPr algn="ctr"/>
            <a:r>
              <a:rPr lang="en-IN" dirty="0"/>
              <a:t>PITCH DETERMINATION</a:t>
            </a:r>
          </a:p>
        </p:txBody>
      </p:sp>
      <p:sp>
        <p:nvSpPr>
          <p:cNvPr id="3" name="TextBox 2">
            <a:extLst>
              <a:ext uri="{FF2B5EF4-FFF2-40B4-BE49-F238E27FC236}">
                <a16:creationId xmlns:a16="http://schemas.microsoft.com/office/drawing/2014/main" id="{E08E0053-B017-CE55-F21C-BA8E15C338DD}"/>
              </a:ext>
            </a:extLst>
          </p:cNvPr>
          <p:cNvSpPr txBox="1"/>
          <p:nvPr/>
        </p:nvSpPr>
        <p:spPr>
          <a:xfrm>
            <a:off x="833120" y="2438400"/>
            <a:ext cx="9367520" cy="358502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b="1" dirty="0"/>
              <a:t>Below Middle C Octave:</a:t>
            </a:r>
          </a:p>
          <a:p>
            <a:pPr>
              <a:lnSpc>
                <a:spcPct val="150000"/>
              </a:lnSpc>
            </a:pPr>
            <a:r>
              <a:rPr lang="en-US" sz="2200" dirty="0"/>
              <a:t>       Multiply frequency by 2 and repeat.</a:t>
            </a:r>
          </a:p>
          <a:p>
            <a:pPr marL="342900" indent="-342900">
              <a:lnSpc>
                <a:spcPct val="150000"/>
              </a:lnSpc>
              <a:buFont typeface="Arial" panose="020B0604020202020204" pitchFamily="34" charset="0"/>
              <a:buChar char="•"/>
            </a:pPr>
            <a:r>
              <a:rPr lang="en-US" sz="2200" b="1" dirty="0"/>
              <a:t>Above Middle C Octave:</a:t>
            </a:r>
          </a:p>
          <a:p>
            <a:pPr>
              <a:lnSpc>
                <a:spcPct val="150000"/>
              </a:lnSpc>
            </a:pPr>
            <a:r>
              <a:rPr lang="en-US" sz="2200" dirty="0"/>
              <a:t>       Divide frequency by 2 and repeat.</a:t>
            </a:r>
          </a:p>
          <a:p>
            <a:pPr marL="342900" indent="-342900">
              <a:lnSpc>
                <a:spcPct val="150000"/>
              </a:lnSpc>
              <a:buFont typeface="Arial" panose="020B0604020202020204" pitchFamily="34" charset="0"/>
              <a:buChar char="•"/>
            </a:pPr>
            <a:r>
              <a:rPr lang="en-US" sz="2200" b="1" dirty="0"/>
              <a:t>Middle C Octave:</a:t>
            </a:r>
          </a:p>
          <a:p>
            <a:pPr>
              <a:lnSpc>
                <a:spcPct val="150000"/>
              </a:lnSpc>
            </a:pPr>
            <a:r>
              <a:rPr lang="en-US" sz="2200" dirty="0"/>
              <a:t>        Identify pitch based on frequency ranges and return octave relative        	   to Middle C.</a:t>
            </a:r>
            <a:endParaRPr lang="en-IN" sz="2200" dirty="0"/>
          </a:p>
        </p:txBody>
      </p:sp>
    </p:spTree>
    <p:extLst>
      <p:ext uri="{BB962C8B-B14F-4D97-AF65-F5344CB8AC3E}">
        <p14:creationId xmlns:p14="http://schemas.microsoft.com/office/powerpoint/2010/main" val="2949387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2000" b="-12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09D93C5-CBCD-46CD-09ED-F78E6A2CBCD1}"/>
              </a:ext>
            </a:extLst>
          </p:cNvPr>
          <p:cNvSpPr/>
          <p:nvPr/>
        </p:nvSpPr>
        <p:spPr>
          <a:xfrm>
            <a:off x="0" y="406400"/>
            <a:ext cx="12192000" cy="159512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EB73318-A746-0C25-46A0-414499A77BFB}"/>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8D00F82D-4B31-63F8-F0F4-7BD5FA1F9A7A}"/>
              </a:ext>
            </a:extLst>
          </p:cNvPr>
          <p:cNvSpPr txBox="1"/>
          <p:nvPr/>
        </p:nvSpPr>
        <p:spPr>
          <a:xfrm>
            <a:off x="487680" y="2316480"/>
            <a:ext cx="10099040" cy="2062872"/>
          </a:xfrm>
          <a:prstGeom prst="rect">
            <a:avLst/>
          </a:prstGeom>
          <a:noFill/>
        </p:spPr>
        <p:txBody>
          <a:bodyPr wrap="square" rtlCol="0">
            <a:spAutoFit/>
          </a:bodyPr>
          <a:lstStyle/>
          <a:p>
            <a:pPr algn="just">
              <a:lnSpc>
                <a:spcPct val="150000"/>
              </a:lnSpc>
            </a:pPr>
            <a:r>
              <a:rPr lang="en-US" sz="2200" dirty="0">
                <a:latin typeface="Times New Roman" panose="02020603050405020304" pitchFamily="18" charset="0"/>
                <a:cs typeface="Times New Roman" panose="02020603050405020304" pitchFamily="18" charset="0"/>
              </a:rPr>
              <a:t>In our project, we designed and implemented an effective and user-friendly frequency estimation system with Fourier Analysis .The target users of the system are not only the people practicing music, but also professional musicians who cannot waste their time figuring out the notes of an audio sample.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749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F0303D3-11B4-16FF-1D0C-42CD3603F9D9}"/>
              </a:ext>
            </a:extLst>
          </p:cNvPr>
          <p:cNvSpPr/>
          <p:nvPr/>
        </p:nvSpPr>
        <p:spPr>
          <a:xfrm>
            <a:off x="0" y="558800"/>
            <a:ext cx="12192000" cy="141224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2282F91-BC05-9773-A221-1FB447F5600C}"/>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FUTURE SCOPE</a:t>
            </a:r>
          </a:p>
        </p:txBody>
      </p:sp>
      <p:sp>
        <p:nvSpPr>
          <p:cNvPr id="4" name="TextBox 3">
            <a:extLst>
              <a:ext uri="{FF2B5EF4-FFF2-40B4-BE49-F238E27FC236}">
                <a16:creationId xmlns:a16="http://schemas.microsoft.com/office/drawing/2014/main" id="{BEECC293-6E8A-28E1-D705-1FB34750B7E9}"/>
              </a:ext>
            </a:extLst>
          </p:cNvPr>
          <p:cNvSpPr txBox="1"/>
          <p:nvPr/>
        </p:nvSpPr>
        <p:spPr>
          <a:xfrm>
            <a:off x="548241" y="2374455"/>
            <a:ext cx="9957199" cy="373031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There is still much room for future development that would enhance the system and increase its usage value. The following items are some suggestions: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Advanced Note Detection: </a:t>
            </a:r>
            <a:r>
              <a:rPr lang="en-US" sz="2000" dirty="0">
                <a:latin typeface="Times New Roman" panose="02020603050405020304" pitchFamily="18" charset="0"/>
                <a:cs typeface="Times New Roman" panose="02020603050405020304" pitchFamily="18" charset="0"/>
              </a:rPr>
              <a:t>Improve note detection by focusing on frequency changes rather than intensity variations. Address challenges in tracking gradual frequency changes.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Non-Periodic Signal Analysis: </a:t>
            </a:r>
            <a:r>
              <a:rPr lang="en-US" sz="2000" dirty="0">
                <a:latin typeface="Times New Roman" panose="02020603050405020304" pitchFamily="18" charset="0"/>
                <a:cs typeface="Times New Roman" panose="02020603050405020304" pitchFamily="18" charset="0"/>
              </a:rPr>
              <a:t>Enhance analysis for real-life, time-varying signals. Develop algorithms to improve frequency estimation beyond traditional Fourier Analysis.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Multiple Notes Detection :</a:t>
            </a:r>
            <a:r>
              <a:rPr lang="en-US" sz="2000" dirty="0">
                <a:latin typeface="Times New Roman" panose="02020603050405020304" pitchFamily="18" charset="0"/>
                <a:cs typeface="Times New Roman" panose="02020603050405020304" pitchFamily="18" charset="0"/>
              </a:rPr>
              <a:t> Adapt system to handle multiple simultaneous notes. Use advanced Fourier Analysis techniques to isolate and analyze individual notes.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312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24C16A-2873-7C53-4355-393C2DE04088}"/>
              </a:ext>
            </a:extLst>
          </p:cNvPr>
          <p:cNvSpPr/>
          <p:nvPr/>
        </p:nvSpPr>
        <p:spPr>
          <a:xfrm>
            <a:off x="0" y="568960"/>
            <a:ext cx="12192000" cy="155448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B54A553-0E19-07EE-246B-5350F15EF642}"/>
              </a:ext>
            </a:extLst>
          </p:cNvPr>
          <p:cNvSpPr>
            <a:spLocks noGrp="1"/>
          </p:cNvSpPr>
          <p:nvPr>
            <p:ph type="title"/>
          </p:nvPr>
        </p:nvSpPr>
        <p:spPr/>
        <p:txBody>
          <a:bodyPr>
            <a:normAutofit/>
          </a:bodyPr>
          <a:lstStyle/>
          <a:p>
            <a:pPr algn="ctr"/>
            <a:r>
              <a:rPr lang="en-IN" dirty="0"/>
              <a:t>REFERENCES</a:t>
            </a:r>
          </a:p>
        </p:txBody>
      </p:sp>
      <p:sp>
        <p:nvSpPr>
          <p:cNvPr id="4" name="TextBox 3">
            <a:extLst>
              <a:ext uri="{FF2B5EF4-FFF2-40B4-BE49-F238E27FC236}">
                <a16:creationId xmlns:a16="http://schemas.microsoft.com/office/drawing/2014/main" id="{3A2CA7AF-0383-7816-736E-8C7E5B669476}"/>
              </a:ext>
            </a:extLst>
          </p:cNvPr>
          <p:cNvSpPr txBox="1"/>
          <p:nvPr/>
        </p:nvSpPr>
        <p:spPr>
          <a:xfrm>
            <a:off x="2496859" y="3017520"/>
            <a:ext cx="9733280" cy="240065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hlinkClick r:id="rId3"/>
              </a:rPr>
              <a:t>www.google.com</a:t>
            </a:r>
            <a:endParaRPr lang="en-IN" sz="2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hlinkClick r:id="rId4"/>
              </a:rPr>
              <a:t>www.wikipedia.com</a:t>
            </a:r>
            <a:endParaRPr lang="en-IN" sz="2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hlinkClick r:id="rId5"/>
              </a:rPr>
              <a:t>https://www.clear.rice.edu</a:t>
            </a:r>
            <a:endParaRPr lang="en-IN" sz="22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hlinkClick r:id="rId6"/>
              </a:rPr>
              <a:t>https://in.mathworks.com/matlabcentral/fileexchange</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51254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pic>
        <p:nvPicPr>
          <p:cNvPr id="4" name="thank you">
            <a:hlinkClick r:id="" action="ppaction://media"/>
            <a:extLst>
              <a:ext uri="{FF2B5EF4-FFF2-40B4-BE49-F238E27FC236}">
                <a16:creationId xmlns:a16="http://schemas.microsoft.com/office/drawing/2014/main" id="{C53D152D-C295-D770-548F-025E89B66D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30144"/>
            <a:ext cx="12192000" cy="6858000"/>
          </a:xfrm>
          <a:prstGeom prst="rect">
            <a:avLst/>
          </a:prstGeom>
        </p:spPr>
      </p:pic>
      <p:sp>
        <p:nvSpPr>
          <p:cNvPr id="2" name="Title 1">
            <a:extLst>
              <a:ext uri="{FF2B5EF4-FFF2-40B4-BE49-F238E27FC236}">
                <a16:creationId xmlns:a16="http://schemas.microsoft.com/office/drawing/2014/main" id="{0707451A-39AE-58F1-E012-FD7BA1247E21}"/>
              </a:ext>
            </a:extLst>
          </p:cNvPr>
          <p:cNvSpPr>
            <a:spLocks noGrp="1"/>
          </p:cNvSpPr>
          <p:nvPr>
            <p:ph type="title"/>
          </p:nvPr>
        </p:nvSpPr>
        <p:spPr/>
        <p:txBody>
          <a:bodyPr>
            <a:normAutofit/>
          </a:bodyPr>
          <a:lstStyle/>
          <a:p>
            <a:pPr algn="ctr"/>
            <a:r>
              <a:rPr lang="en-IN" sz="4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594253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8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8D4585"/>
      </a:dk2>
      <a:lt2>
        <a:srgbClr val="E7E6E6"/>
      </a:lt2>
      <a:accent1>
        <a:srgbClr val="F35AE6"/>
      </a:accent1>
      <a:accent2>
        <a:srgbClr val="FC5283"/>
      </a:accent2>
      <a:accent3>
        <a:srgbClr val="F67C64"/>
      </a:accent3>
      <a:accent4>
        <a:srgbClr val="F89F65"/>
      </a:accent4>
      <a:accent5>
        <a:srgbClr val="55C6BA"/>
      </a:accent5>
      <a:accent6>
        <a:srgbClr val="84A3FD"/>
      </a:accent6>
      <a:hlink>
        <a:srgbClr val="6ED4F6"/>
      </a:hlink>
      <a:folHlink>
        <a:srgbClr val="9FECFC"/>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106000"/>
                <a:satMod val="220000"/>
                <a:lumMod val="140000"/>
              </a:schemeClr>
            </a:gs>
            <a:gs pos="50000">
              <a:schemeClr val="phClr">
                <a:shade val="100000"/>
                <a:hueMod val="100000"/>
                <a:satMod val="110000"/>
                <a:lumMod val="130000"/>
              </a:schemeClr>
            </a:gs>
            <a:gs pos="100000">
              <a:schemeClr val="phClr">
                <a:shade val="69000"/>
                <a:hueMod val="88000"/>
                <a:satMod val="16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7D30EEFE-7128-4DE5-8A0D-8D4EF32CB0A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269</TotalTime>
  <Words>771</Words>
  <Application>Microsoft Office PowerPoint</Application>
  <PresentationFormat>Widescreen</PresentationFormat>
  <Paragraphs>47</Paragraphs>
  <Slides>12</Slides>
  <Notes>1</Notes>
  <HiddenSlides>0</HiddenSlides>
  <MMClips>1</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Berlin</vt:lpstr>
      <vt:lpstr>MUSICAL NOTES IDENTIFICATION APPLICATION USING SIGNAL  PROCESSING</vt:lpstr>
      <vt:lpstr>OBJECTIVES AND GOALS</vt:lpstr>
      <vt:lpstr>ABSTRACT</vt:lpstr>
      <vt:lpstr>DESIGN CONCEPT</vt:lpstr>
      <vt:lpstr>FAST FOURIER TRANSFORM</vt:lpstr>
      <vt:lpstr>SOFTWARE ANALYSIS</vt:lpstr>
      <vt:lpstr>MIDDLE C OCTAVE </vt:lpstr>
      <vt:lpstr>PITCH DETERMINATION</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Bojja Divya</dc:creator>
  <cp:lastModifiedBy>Bojja Divya</cp:lastModifiedBy>
  <cp:revision>3</cp:revision>
  <dcterms:created xsi:type="dcterms:W3CDTF">2024-09-14T08:46:05Z</dcterms:created>
  <dcterms:modified xsi:type="dcterms:W3CDTF">2024-11-05T07:52:15Z</dcterms:modified>
</cp:coreProperties>
</file>